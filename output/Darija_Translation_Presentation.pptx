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782bb2bf7fb4f6f" /><Relationship Type="http://schemas.openxmlformats.org/officeDocument/2006/relationships/extended-properties" Target="/docProps/app.xml" Id="R04d8404d18ae4a3f" /><Relationship Type="http://schemas.openxmlformats.org/officeDocument/2006/relationships/officeDocument" Target="/ppt/presentation.xml" Id="R91ea72944357412e" /></Relationships>
</file>

<file path=ppt/presentation.xml><?xml version="1.0" encoding="utf-8"?>
<p:presentation xmlns:p="http://schemas.openxmlformats.org/presentationml/2006/main">
  <p:sldMasterIdLst>
    <p:sldMasterId xmlns:r="http://schemas.openxmlformats.org/officeDocument/2006/relationships" id="2147483648" r:id="Rea467088144341ec"/>
  </p:sldMasterIdLst>
  <p:notesMasterIdLst>
    <p:notesMasterId xmlns:r="http://schemas.openxmlformats.org/officeDocument/2006/relationships" r:id="R53cb881128044f10"/>
  </p:notesMasterIdLst>
  <p:sldIdLst>
    <p:sldId xmlns:r="http://schemas.openxmlformats.org/officeDocument/2006/relationships" id="256" r:id="R022155e4a8af48bc"/>
    <p:sldId xmlns:r="http://schemas.openxmlformats.org/officeDocument/2006/relationships" id="257" r:id="R5e60e976b836469a"/>
    <p:sldId xmlns:r="http://schemas.openxmlformats.org/officeDocument/2006/relationships" id="258" r:id="R869e2e19466f42cf"/>
    <p:sldId xmlns:r="http://schemas.openxmlformats.org/officeDocument/2006/relationships" id="259" r:id="R3aaada66c55046e7"/>
    <p:sldId xmlns:r="http://schemas.openxmlformats.org/officeDocument/2006/relationships" id="260" r:id="R7987f324d4f54200"/>
    <p:sldId xmlns:r="http://schemas.openxmlformats.org/officeDocument/2006/relationships" id="261" r:id="Rbf890902984b49d7"/>
    <p:sldId xmlns:r="http://schemas.openxmlformats.org/officeDocument/2006/relationships" id="262" r:id="R09c4e71b95934578"/>
    <p:sldId xmlns:r="http://schemas.openxmlformats.org/officeDocument/2006/relationships" id="263" r:id="R0249321572904c13"/>
    <p:sldId xmlns:r="http://schemas.openxmlformats.org/officeDocument/2006/relationships" id="264" r:id="Rae2ba3b36a9b4e7a"/>
    <p:sldId xmlns:r="http://schemas.openxmlformats.org/officeDocument/2006/relationships" id="265" r:id="R08fa81a64bc8402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8d0fd7affb740ec" /><Relationship Type="http://schemas.openxmlformats.org/officeDocument/2006/relationships/slideMaster" Target="/ppt/slideMasters/slideMaster1.xml" Id="Rea467088144341ec" /><Relationship Type="http://schemas.openxmlformats.org/officeDocument/2006/relationships/notesMaster" Target="/ppt/notesMasters/notesMaster1.xml" Id="R53cb881128044f10" /><Relationship Type="http://schemas.openxmlformats.org/officeDocument/2006/relationships/presProps" Target="/ppt/presProps.xml" Id="Ra09b5b011d204b23" /><Relationship Type="http://schemas.openxmlformats.org/officeDocument/2006/relationships/tableStyles" Target="/ppt/tableStyles.xml" Id="R0bf1297f1d0e4125" /><Relationship Type="http://schemas.openxmlformats.org/officeDocument/2006/relationships/slide" Target="/ppt/slides/slide1.xml" Id="R022155e4a8af48bc" /><Relationship Type="http://schemas.openxmlformats.org/officeDocument/2006/relationships/slide" Target="/ppt/slides/slide2.xml" Id="R5e60e976b836469a" /><Relationship Type="http://schemas.openxmlformats.org/officeDocument/2006/relationships/slide" Target="/ppt/slides/slide3.xml" Id="R869e2e19466f42cf" /><Relationship Type="http://schemas.openxmlformats.org/officeDocument/2006/relationships/slide" Target="/ppt/slides/slide4.xml" Id="R3aaada66c55046e7" /><Relationship Type="http://schemas.openxmlformats.org/officeDocument/2006/relationships/slide" Target="/ppt/slides/slide5.xml" Id="R7987f324d4f54200" /><Relationship Type="http://schemas.openxmlformats.org/officeDocument/2006/relationships/slide" Target="/ppt/slides/slide6.xml" Id="Rbf890902984b49d7" /><Relationship Type="http://schemas.openxmlformats.org/officeDocument/2006/relationships/slide" Target="/ppt/slides/slide7.xml" Id="R09c4e71b95934578" /><Relationship Type="http://schemas.openxmlformats.org/officeDocument/2006/relationships/slide" Target="/ppt/slides/slide8.xml" Id="R0249321572904c13" /><Relationship Type="http://schemas.openxmlformats.org/officeDocument/2006/relationships/slide" Target="/ppt/slides/slide9.xml" Id="Rae2ba3b36a9b4e7a" /><Relationship Type="http://schemas.openxmlformats.org/officeDocument/2006/relationships/slide" Target="/ppt/slides/slide10.xml" Id="R08fa81a64bc8402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486777d7fcd41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94ba63dd8844cf" /><Relationship Type="http://schemas.openxmlformats.org/officeDocument/2006/relationships/notesMaster" Target="/ppt/notesMasters/notesMaster1.xml" Id="Ra46dcdcd56a54a7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7d14eaf323d40c5" /><Relationship Type="http://schemas.openxmlformats.org/officeDocument/2006/relationships/notesMaster" Target="/ppt/notesMasters/notesMaster1.xml" Id="R9a21a7151a3f407f"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38a8c591c64662" /><Relationship Type="http://schemas.openxmlformats.org/officeDocument/2006/relationships/notesMaster" Target="/ppt/notesMasters/notesMaster1.xml" Id="R1934185c15cb42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72149e2ce84a1b" /><Relationship Type="http://schemas.openxmlformats.org/officeDocument/2006/relationships/notesMaster" Target="/ppt/notesMasters/notesMaster1.xml" Id="R240d833ec3eb4ad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bb9d421ee5d448f" /><Relationship Type="http://schemas.openxmlformats.org/officeDocument/2006/relationships/notesMaster" Target="/ppt/notesMasters/notesMaster1.xml" Id="R2793db311cce42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1c6575fee94a17" /><Relationship Type="http://schemas.openxmlformats.org/officeDocument/2006/relationships/notesMaster" Target="/ppt/notesMasters/notesMaster1.xml" Id="R1768ddf547bb4a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279522d7d94b58" /><Relationship Type="http://schemas.openxmlformats.org/officeDocument/2006/relationships/notesMaster" Target="/ppt/notesMasters/notesMaster1.xml" Id="R28ebf8a87c3447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e0f96e29840e40a1" /><Relationship Type="http://schemas.openxmlformats.org/officeDocument/2006/relationships/notesMaster" Target="/ppt/notesMasters/notesMaster1.xml" Id="R5f7e6d02e4784c6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e4c29b77f942ae" /><Relationship Type="http://schemas.openxmlformats.org/officeDocument/2006/relationships/notesMaster" Target="/ppt/notesMasters/notesMaster1.xml" Id="R22ac6be73a2947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7b830c73ba74e3c" /><Relationship Type="http://schemas.openxmlformats.org/officeDocument/2006/relationships/notesMaster" Target="/ppt/notesMasters/notesMaster1.xml" Id="R3a3c0903fcfb44e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 seconds. Introduce the team and the selected translation topic. The target uses Latin-script Darija from the supplied dataset. The comparison changes the recurrent cell in both encoder and decoder.</a:t>
            </a:r>
          </a:p>
          <a:p xmlns:a="http://schemas.openxmlformats.org/drawingml/2006/main">
            <a:r>
              <a:t>Sources: Guidelines_RNN_2627.pdf; https://huggingface.co/datasets/imomayiz/darija-english; local results/data_summary.json, experiments.json, final_results.json, examples.json. Metric reference: https://github.com/mjpost/sacrebleu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 seconds. Explain the direction of translation and distinguish Latin Darija from the unused Arabic-script column. Case and digits are preserved. The goal is a controlled comparison, not a production translator. The task and dataset are explicitly listed in the professor's brief.</a:t>
            </a:r>
          </a:p>
          <a:p xmlns:a="http://schemas.openxmlformats.org/drawingml/2006/main">
            <a:r>
              <a:t>Sources: Guidelines_RNN_2627.pdf; https://huggingface.co/datasets/imomayiz/darija-english; local results/data_summary.json, experiments.json, final_results.json, examples.json. Metric reference: https://github.com/mjpost/sacrebleu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The file has 87785 rows, but 75042 lack an English value. We retain 12743 complete pairs and remove 121 normalized duplicate pairs, leaving 12622. This audit is why the usable translation corpus is much smaller than the dataset headline. Do not claim all 87785 are parallel examples.</a:t>
            </a:r>
          </a:p>
          <a:p xmlns:a="http://schemas.openxmlformats.org/drawingml/2006/main">
            <a:r>
              <a:t>Sources: Guidelines_RNN_2627.pdf; https://huggingface.co/datasets/imomayiz/darija-english; local results/data_summary.json, experiments.json, final_results.json, examples.json. Metric reference: https://github.com/mjpost/sacrebleu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seconds. Connected components join repeated normalized English sources or repeated exact Darija targets. Assign complete groups, not rows, to partitions with seed 42. This prevents direct source and target leakage. Byte-level BPE is fitted on training only. Source and generated sequences have 48-token limits including EOS. Truncation is rare and recorded.</a:t>
            </a:r>
          </a:p>
          <a:p xmlns:a="http://schemas.openxmlformats.org/drawingml/2006/main">
            <a:r>
              <a:t>Sources: Guidelines_RNN_2627.pdf; https://huggingface.co/datasets/imomayiz/darija-english; local results/data_summary.json, experiments.json, final_results.json, examples.json. Metric reference: https://github.com/mjpost/sacrebleu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75 seconds. A single recurrent encoder reads English tokens. Its final hidden and memory states initialize the decoder. Shared scaled dot-product attention lets decoder states consult valid encoder outputs. Both recurrent modules use the chosen manual cell. Shared embeddings have dimension 96, hidden states 128, dropout .2. During training, reference previous tokens support full teacher forcing. During evaluation, generation uses only source and its own previous tokens.</a:t>
            </a:r>
          </a:p>
          <a:p xmlns:a="http://schemas.openxmlformats.org/drawingml/2006/main">
            <a:r>
              <a:t>Sources: Guidelines_RNN_2627.pdf; https://huggingface.co/datasets/imomayiz/darija-english; local results/data_summary.json, experiments.json, final_results.json, examples.json. Metric reference: https://github.com/mjpost/sacrebleu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Vanilla independently learns input, forget and output gates. CIFG sets i_t to one minus f_t, reducing parameters. WMC adds transformed memory to the gates, using previous memory for input/forget and updated memory for output. All affine operations use nn.Linear. No built-in nn.LSTM or nn.LSTMCell implements the studied cells. Parameter totals include encoder, decoder, embeddings, attention and output.</a:t>
            </a:r>
          </a:p>
          <a:p xmlns:a="http://schemas.openxmlformats.org/drawingml/2006/main">
            <a:r>
              <a:t>Sources: Guidelines_RNN_2627.pdf; https://huggingface.co/datasets/imomayiz/darija-english; local results/data_summary.json, experiments.json, final_results.json, examples.json. Metric reference: https://github.com/mjpost/sacrebleu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 seconds. Three settings per architecture give nine runs. Compare A and B to isolate learning rate; compare B and C to isolate batch size. Each run has twelve epochs, Adam, full teacher forcing, token-averaged cross entropy and clipping norm one. Choose checkpoints and configurations by validation chrF before test evaluation. The plot shows the selected configuration for each architecture; the report includes all nine histories.</a:t>
            </a:r>
          </a:p>
          <a:p xmlns:a="http://schemas.openxmlformats.org/drawingml/2006/main">
            <a:r>
              <a:t>Sources: Guidelines_RNN_2627.pdf; https://huggingface.co/datasets/imomayiz/darija-english; local results/data_summary.json, experiments.json, final_results.json, examples.json. Metric reference: https://github.com/mjpost/sacrebleu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Final comparisons use greedy autoregressive decoding without reference targets. BLEU and chrF range from zero to one hundred. Report the recorded scores and English-copy baseline. Each architecture uses its validation-selected checkpoint. State that differences are single-seed observations, not proof of universal cell superiority.</a:t>
            </a:r>
          </a:p>
          <a:p xmlns:a="http://schemas.openxmlformats.org/drawingml/2006/main">
            <a:r>
              <a:t>Sources: Guidelines_RNN_2627.pdf; https://huggingface.co/datasets/imomayiz/darija-english; local results/data_summary.json, experiments.json, final_results.json, examples.json. Metric reference: https://github.com/mjpost/sacrebleu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 seconds. These are actual test outputs from the validation-selected architecture. Cases are chosen deterministically at the tenth, fiftieth and ninetieth percentiles of sentence chrF. The slide uses the typical case and reports its reference, not an invented ideal model output. Compare omissions, repetition and spelling. A single reference can reject a valid alternative, but low scores should not be dismissed without examining outputs.</a:t>
            </a:r>
          </a:p>
          <a:p xmlns:a="http://schemas.openxmlformats.org/drawingml/2006/main">
            <a:r>
              <a:t>Sources: Guidelines_RNN_2627.pdf; https://huggingface.co/datasets/imomayiz/darija-english; local results/data_summary.json, experiments.json, final_results.json, examples.json. Metric reference: https://github.com/mjpost/sacrebleu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 seconds. More seeds and training are needed before stronger architecture claims. More verified parallel data is the main data constraint. Evaluate alternative BPE sizes, larger states, beam search and teacher-forcing schedules. Multiple Darija references and spelling-aware analysis would strengthen evaluation. Discuss how these changes would be evaluated under the same fair comparison protocol.</a:t>
            </a:r>
          </a:p>
          <a:p xmlns:a="http://schemas.openxmlformats.org/drawingml/2006/main">
            <a:r>
              <a:t>Sources: Guidelines_RNN_2627.pdf; https://huggingface.co/datasets/imomayiz/darija-english; local results/data_summary.json, experiments.json, final_results.json, examples.json. Metric reference: https://github.com/mjpost/sacrebleu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d0d6ed89894f0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aeb0ab6d3141f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0e5f1e126d144b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2d494e7fcbb4d1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4136675d681472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bb2ca23f48c4c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78071D-D349-482A-9ABD-FC8B7A22F46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473CACD-09AB-4D2F-84D9-3B3E3E198D6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724824B-E081-4356-96F4-ED4DA3020F3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8AA3C9-E63E-4CFE-A90B-34768B2607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D04A4B2-F3C2-46A0-BE08-A32C3047959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3C9DC77-76CF-4DA7-8593-4E3B89AABBE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49A988B-316A-4D39-AC4D-AA1B3BF8F8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E1FD59A-8D5C-4B0D-BED1-044D530AD40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B8AB75D-3089-40ED-8E75-44D9AC8222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AF266ED-9B73-4A14-AAE3-514C91C120D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3710f6b59a648f4" /><Relationship Type="http://schemas.openxmlformats.org/officeDocument/2006/relationships/slideLayout" Target="/ppt/slideLayouts/slideLayout1.xml" Id="R48943c9ffc774747" /><Relationship Type="http://schemas.openxmlformats.org/officeDocument/2006/relationships/slideLayout" Target="/ppt/slideLayouts/slideLayout2.xml" Id="R3d2f7048f05942d1" /><Relationship Type="http://schemas.openxmlformats.org/officeDocument/2006/relationships/slideLayout" Target="/ppt/slideLayouts/slideLayout3.xml" Id="R37877c55fb024223" /><Relationship Type="http://schemas.openxmlformats.org/officeDocument/2006/relationships/slideLayout" Target="/ppt/slideLayouts/slideLayout4.xml" Id="R9f94e6e1c37f427d" /><Relationship Type="http://schemas.openxmlformats.org/officeDocument/2006/relationships/slideLayout" Target="/ppt/slideLayouts/slideLayout5.xml" Id="R65f41af7ce464d35" /><Relationship Type="http://schemas.openxmlformats.org/officeDocument/2006/relationships/slideLayout" Target="/ppt/slideLayouts/slideLayout6.xml" Id="Rab5c9825007d416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943c9ffc774747"/>
    <p:sldLayoutId xmlns:r="http://schemas.openxmlformats.org/officeDocument/2006/relationships" id="2147483650" r:id="R3d2f7048f05942d1"/>
    <p:sldLayoutId xmlns:r="http://schemas.openxmlformats.org/officeDocument/2006/relationships" id="2147483651" r:id="R37877c55fb024223"/>
    <p:sldLayoutId xmlns:r="http://schemas.openxmlformats.org/officeDocument/2006/relationships" id="2147483652" r:id="R9f94e6e1c37f427d"/>
    <p:sldLayoutId xmlns:r="http://schemas.openxmlformats.org/officeDocument/2006/relationships" id="2147483653" r:id="R65f41af7ce464d35"/>
    <p:sldLayoutId xmlns:r="http://schemas.openxmlformats.org/officeDocument/2006/relationships" id="2147483654" r:id="Rab5c9825007d416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f230a959c20401c" /><Relationship Type="http://schemas.openxmlformats.org/officeDocument/2006/relationships/image" Target="/ppt/media/image.png" Id="R55f9461595b74f69" /><Relationship Type="http://schemas.openxmlformats.org/officeDocument/2006/relationships/notesSlide" Target="/ppt/notesSlides/notesSlide1.xml" Id="R7bf849ad83894d1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73e6e8e0af2454e" /><Relationship Type="http://schemas.openxmlformats.org/officeDocument/2006/relationships/notesSlide" Target="/ppt/notesSlides/notesSlide2.xml" Id="Rc363f9ac2a7a42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7b4639fc6f74348" /><Relationship Type="http://schemas.openxmlformats.org/officeDocument/2006/relationships/chart" Target="/ppt/slides/charts/chart1.xml" Id="Rf76e57d17b8e4c59" /><Relationship Type="http://schemas.openxmlformats.org/officeDocument/2006/relationships/notesSlide" Target="/ppt/notesSlides/notesSlide3.xml" Id="R5d5545a018704c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88024feb5b04074" /><Relationship Type="http://schemas.openxmlformats.org/officeDocument/2006/relationships/notesSlide" Target="/ppt/notesSlides/notesSlide4.xml" Id="R83e6397bd48240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f41b450253a4819" /><Relationship Type="http://schemas.openxmlformats.org/officeDocument/2006/relationships/notesSlide" Target="/ppt/notesSlides/notesSlide5.xml" Id="Rcc7e95e9fdae44a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9725be146ca45bb" /><Relationship Type="http://schemas.openxmlformats.org/officeDocument/2006/relationships/notesSlide" Target="/ppt/notesSlides/notesSlide6.xml" Id="Rc33cb662bbe846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4462f6f76304ece" /><Relationship Type="http://schemas.openxmlformats.org/officeDocument/2006/relationships/chart" Target="/ppt/slides/charts/chart2.xml" Id="Rbaeac0f128ec4592" /><Relationship Type="http://schemas.openxmlformats.org/officeDocument/2006/relationships/notesSlide" Target="/ppt/notesSlides/notesSlide7.xml" Id="R16cdb2362dd849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5cf43b0804c49e1" /><Relationship Type="http://schemas.openxmlformats.org/officeDocument/2006/relationships/chart" Target="/ppt/slides/charts/chart3.xml" Id="R2acf16e56b374595" /><Relationship Type="http://schemas.openxmlformats.org/officeDocument/2006/relationships/notesSlide" Target="/ppt/notesSlides/notesSlide8.xml" Id="Rbdd2d98c347e43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55a4989012b43da" /><Relationship Type="http://schemas.openxmlformats.org/officeDocument/2006/relationships/notesSlide" Target="/ppt/notesSlides/notesSlide9.xml" Id="R7b423607f2e8425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3cd470ece8c4fb9" /><Relationship Type="http://schemas.openxmlformats.org/officeDocument/2006/relationships/notesSlide" Target="/ppt/notesSlides/notesSlide10.xml" Id="Re858e2fff5e6402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Dataset rows</c:v>
          </c:tx>
          <c:spPr>
            <a:solidFill xmlns:a="http://schemas.openxmlformats.org/drawingml/2006/main">
              <a:srgbClr val="007F7A"/>
            </a:solidFill>
          </c:spPr>
          <c:invertIfNegative val="0"/>
          <c:cat>
            <c:strRef>
              <c:f>'Chart Data'!$A$2:$A$3</c:f>
              <c:strCache>
                <c:ptCount val="2"/>
                <c:pt idx="0">
                  <c:v>Missing English</c:v>
                </c:pt>
                <c:pt idx="1">
                  <c:v>Complete pairs</c:v>
                </c:pt>
              </c:strCache>
            </c:strRef>
          </c:cat>
          <c:val>
            <c:numRef>
              <c:f>'Chart Data'!$B$2:$B$3</c:f>
              <c:numCache>
                <c:formatCode>#,##0</c:formatCode>
                <c:ptCount val="2"/>
                <c:pt idx="0">
                  <c:v>75042</c:v>
                </c:pt>
                <c:pt idx="1">
                  <c:v>12743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Rows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crossAx val="48650112"/>
        <c:crossBetween val="between"/>
      </c:valAx>
      <c:spPr>
        <a:solidFill xmlns:a="http://schemas.openxmlformats.org/drawingml/2006/main">
          <a:srgbClr val="F7F5EE"/>
        </a:solidFill>
      </c:spPr>
    </c:plotArea>
    <c:plotVisOnly val="1"/>
  </c:chart>
  <c:spPr>
    <a:solidFill xmlns:a="http://schemas.openxmlformats.org/drawingml/2006/main">
      <a:srgbClr val="F7F5EE"/>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VANILLA</c:v>
          </c:tx>
          <c:spPr>
            <a:solidFill xmlns:a="http://schemas.openxmlformats.org/drawingml/2006/main">
              <a:srgbClr val="18364B"/>
            </a:solidFill>
          </c:spPr>
          <c:marker>
            <c:symbol val="none"/>
          </c:marker>
          <c:cat>
            <c:numRef>
              <c:f>'Chart Data'!$A$2:$A$13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Data'!$B$2:$B$13</c:f>
              <c:numCache>
                <c:formatCode>0.0</c:formatCode>
                <c:ptCount val="12"/>
                <c:pt idx="0">
                  <c:v>1.729375</c:v>
                </c:pt>
                <c:pt idx="1">
                  <c:v>6.560652</c:v>
                </c:pt>
                <c:pt idx="2">
                  <c:v>9.531481</c:v>
                </c:pt>
                <c:pt idx="3">
                  <c:v>9.897589</c:v>
                </c:pt>
                <c:pt idx="4">
                  <c:v>10.925117</c:v>
                </c:pt>
                <c:pt idx="5">
                  <c:v>11.350647</c:v>
                </c:pt>
                <c:pt idx="6">
                  <c:v>12.73954</c:v>
                </c:pt>
                <c:pt idx="7">
                  <c:v>13.492359</c:v>
                </c:pt>
                <c:pt idx="8">
                  <c:v>13.848709</c:v>
                </c:pt>
                <c:pt idx="9">
                  <c:v>14.311783</c:v>
                </c:pt>
                <c:pt idx="10">
                  <c:v>15.103601</c:v>
                </c:pt>
                <c:pt idx="11">
                  <c:v>15.67975</c:v>
                </c:pt>
              </c:numCache>
            </c:numRef>
          </c:val>
        </c:ser>
        <c:ser>
          <c:idx val="1"/>
          <c:order val="1"/>
          <c:tx>
            <c:v>CIFG</c:v>
          </c:tx>
          <c:spPr>
            <a:solidFill xmlns:a="http://schemas.openxmlformats.org/drawingml/2006/main">
              <a:srgbClr val="007F7A"/>
            </a:solidFill>
          </c:spPr>
          <c:marker>
            <c:symbol val="none"/>
          </c:marker>
          <c:cat>
            <c:numRef>
              <c:f>'Chart Data'!$C$2:$C$13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Data'!$D$2:$D$13</c:f>
              <c:numCache>
                <c:formatCode>0.0</c:formatCode>
                <c:ptCount val="12"/>
                <c:pt idx="0">
                  <c:v>4.134808</c:v>
                </c:pt>
                <c:pt idx="1">
                  <c:v>8.503623</c:v>
                </c:pt>
                <c:pt idx="2">
                  <c:v>9.162136</c:v>
                </c:pt>
                <c:pt idx="3">
                  <c:v>10.215418</c:v>
                </c:pt>
                <c:pt idx="4">
                  <c:v>12.039692</c:v>
                </c:pt>
                <c:pt idx="5">
                  <c:v>12.64236</c:v>
                </c:pt>
                <c:pt idx="6">
                  <c:v>13.760558</c:v>
                </c:pt>
                <c:pt idx="7">
                  <c:v>14.430849</c:v>
                </c:pt>
                <c:pt idx="8">
                  <c:v>14.567351</c:v>
                </c:pt>
                <c:pt idx="9">
                  <c:v>15.466051</c:v>
                </c:pt>
                <c:pt idx="10">
                  <c:v>15.011708</c:v>
                </c:pt>
                <c:pt idx="11">
                  <c:v>15.712798</c:v>
                </c:pt>
              </c:numCache>
            </c:numRef>
          </c:val>
        </c:ser>
        <c:ser>
          <c:idx val="2"/>
          <c:order val="2"/>
          <c:tx>
            <c:v>WMC</c:v>
          </c:tx>
          <c:spPr>
            <a:solidFill xmlns:a="http://schemas.openxmlformats.org/drawingml/2006/main">
              <a:srgbClr val="B26D16"/>
            </a:solidFill>
          </c:spPr>
          <c:marker>
            <c:symbol val="none"/>
          </c:marker>
          <c:cat>
            <c:numRef>
              <c:f>'Chart Data'!$E$2:$E$13</c:f>
              <c:numCache>
                <c:formatCode>General</c:formatCode>
                <c:ptCount val="12"/>
                <c:pt idx="0">
                  <c:v>1</c:v>
                </c:pt>
                <c:pt idx="1">
                  <c:v>2</c:v>
                </c:pt>
                <c:pt idx="2">
                  <c:v>3</c:v>
                </c:pt>
                <c:pt idx="3">
                  <c:v>4</c:v>
                </c:pt>
                <c:pt idx="4">
                  <c:v>5</c:v>
                </c:pt>
                <c:pt idx="5">
                  <c:v>6</c:v>
                </c:pt>
                <c:pt idx="6">
                  <c:v>7</c:v>
                </c:pt>
                <c:pt idx="7">
                  <c:v>8</c:v>
                </c:pt>
                <c:pt idx="8">
                  <c:v>9</c:v>
                </c:pt>
                <c:pt idx="9">
                  <c:v>10</c:v>
                </c:pt>
                <c:pt idx="10">
                  <c:v>11</c:v>
                </c:pt>
                <c:pt idx="11">
                  <c:v>12</c:v>
                </c:pt>
              </c:numCache>
            </c:numRef>
          </c:cat>
          <c:val>
            <c:numRef>
              <c:f>'Chart Data'!$F$2:$F$13</c:f>
              <c:numCache>
                <c:formatCode>0.0</c:formatCode>
                <c:ptCount val="12"/>
                <c:pt idx="0">
                  <c:v>4.303339</c:v>
                </c:pt>
                <c:pt idx="1">
                  <c:v>8.578327</c:v>
                </c:pt>
                <c:pt idx="2">
                  <c:v>9.881015</c:v>
                </c:pt>
                <c:pt idx="3">
                  <c:v>11.131219</c:v>
                </c:pt>
                <c:pt idx="4">
                  <c:v>10.984061</c:v>
                </c:pt>
                <c:pt idx="5">
                  <c:v>12.067741</c:v>
                </c:pt>
                <c:pt idx="6">
                  <c:v>12.991739</c:v>
                </c:pt>
                <c:pt idx="7">
                  <c:v>13.472586</c:v>
                </c:pt>
                <c:pt idx="8">
                  <c:v>14.549183</c:v>
                </c:pt>
                <c:pt idx="9">
                  <c:v>14.551746</c:v>
                </c:pt>
                <c:pt idx="10">
                  <c:v>15.482403</c:v>
                </c:pt>
                <c:pt idx="11">
                  <c:v>15.670499</c:v>
                </c:pt>
              </c:numCache>
            </c:numRef>
          </c:val>
        </c:ser>
        <c:dLbls>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crossAx val="48672768"/>
      </c:catAx>
      <c:valAx>
        <c:axId val="48672768"/>
        <c:scaling>
          <c:orientation val="minMax"/>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Validation chrF</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crossAx val="48650112"/>
        <c:crossBetween val="between"/>
      </c:valAx>
      <c:spPr>
        <a:solidFill xmlns:a="http://schemas.openxmlformats.org/drawingml/2006/main">
          <a:srgbClr val="F7F5EE"/>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legend>
    <c:plotVisOnly val="1"/>
  </c:chart>
  <c:spPr>
    <a:solidFill xmlns:a="http://schemas.openxmlformats.org/drawingml/2006/main">
      <a:srgbClr val="F7F5EE"/>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varyColors val="0"/>
        <c:ser>
          <c:idx val="0"/>
          <c:order val="0"/>
          <c:tx>
            <c:v>Test chrF</c:v>
          </c:tx>
          <c:spPr>
            <a:solidFill xmlns:a="http://schemas.openxmlformats.org/drawingml/2006/main">
              <a:srgbClr val="007F7A"/>
            </a:solidFill>
          </c:spPr>
          <c:invertIfNegative val="0"/>
          <c:cat>
            <c:strRef>
              <c:f>'Chart Data'!$A$2:$A$5</c:f>
              <c:strCache>
                <c:ptCount val="4"/>
                <c:pt idx="0">
                  <c:v>VANILLA</c:v>
                </c:pt>
                <c:pt idx="1">
                  <c:v>CIFG</c:v>
                </c:pt>
                <c:pt idx="2">
                  <c:v>WMC</c:v>
                </c:pt>
                <c:pt idx="3">
                  <c:v>COPY</c:v>
                </c:pt>
              </c:strCache>
            </c:strRef>
          </c:cat>
          <c:val>
            <c:numRef>
              <c:f>'Chart Data'!$B$2:$B$5</c:f>
              <c:numCache>
                <c:formatCode>0.0</c:formatCode>
                <c:ptCount val="4"/>
                <c:pt idx="0">
                  <c:v>15.877387</c:v>
                </c:pt>
                <c:pt idx="1">
                  <c:v>15.861263</c:v>
                </c:pt>
                <c:pt idx="2">
                  <c:v>16.048591</c:v>
                </c:pt>
                <c:pt idx="3">
                  <c:v>9.965574</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crossAx val="48672768"/>
      </c:catAx>
      <c:valAx>
        <c:axId val="48672768"/>
        <c:scaling>
          <c:orientation val="minMax"/>
          <c:max val="20"/>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chrF (0-100)</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26878"/>
                </a:solidFill>
                <a:latin typeface="Arial"/>
                <a:ea typeface="Arial"/>
                <a:cs typeface="Arial"/>
              </a:defRPr>
            </a:pPr>
          </a:p>
        </c:txPr>
        <c:crossAx val="48650112"/>
        <c:crossBetween val="between"/>
      </c:valAx>
      <c:spPr>
        <a:solidFill xmlns:a="http://schemas.openxmlformats.org/drawingml/2006/main">
          <a:srgbClr val="F7F5EE"/>
        </a:solidFill>
      </c:spPr>
    </c:plotArea>
    <c:plotVisOnly val="1"/>
  </c:chart>
  <c:spPr>
    <a:solidFill xmlns:a="http://schemas.openxmlformats.org/drawingml/2006/main">
      <a:srgbClr val="F7F5EE"/>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C4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69346E2-2826-4E2D-B2ED-29BE8ECD5B19}"/>
              </a:ext>
            </a:extLst>
          </p:cNvPr>
          <p:cNvSpPr>
            <a:spLocks xmlns:a="http://schemas.openxmlformats.org/drawingml/2006/main" noGrp="1"/>
          </p:cNvSpPr>
          <p:nvPr/>
        </p:nvSpPr>
        <p:spPr>
          <a:xfrm xmlns:a="http://schemas.openxmlformats.org/drawingml/2006/main">
            <a:off x="609600" y="3238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91DDD0"/>
                </a:solidFill>
                <a:latin typeface="Arial"/>
                <a:ea typeface="Arial"/>
                <a:cs typeface="Arial"/>
              </a:defRPr>
            </a:defPPr>
            <a:lvl1pPr>
              <a:defRPr sz="1275" b="1">
                <a:solidFill>
                  <a:srgbClr val="91DDD0"/>
                </a:solidFill>
                <a:latin typeface="Arial"/>
                <a:ea typeface="Arial"/>
                <a:cs typeface="Arial"/>
              </a:defRPr>
            </a:lvl1pPr>
            <a:lvl2pPr>
              <a:defRPr sz="1275" b="1">
                <a:solidFill>
                  <a:srgbClr val="91DDD0"/>
                </a:solidFill>
                <a:latin typeface="Arial"/>
                <a:ea typeface="Arial"/>
                <a:cs typeface="Arial"/>
              </a:defRPr>
            </a:lvl2pPr>
            <a:lvl3pPr>
              <a:defRPr sz="1275" b="1">
                <a:solidFill>
                  <a:srgbClr val="91DDD0"/>
                </a:solidFill>
                <a:latin typeface="Arial"/>
                <a:ea typeface="Arial"/>
                <a:cs typeface="Arial"/>
              </a:defRPr>
            </a:lvl3pPr>
            <a:lvl4pPr>
              <a:defRPr sz="1275" b="1">
                <a:solidFill>
                  <a:srgbClr val="91DDD0"/>
                </a:solidFill>
                <a:latin typeface="Arial"/>
                <a:ea typeface="Arial"/>
                <a:cs typeface="Arial"/>
              </a:defRPr>
            </a:lvl4pPr>
            <a:lvl5pPr>
              <a:defRPr sz="1275" b="1">
                <a:solidFill>
                  <a:srgbClr val="91DDD0"/>
                </a:solidFill>
                <a:latin typeface="Arial"/>
                <a:ea typeface="Arial"/>
                <a:cs typeface="Arial"/>
              </a:defRPr>
            </a:lvl5pPr>
            <a:lvl6pPr>
              <a:defRPr sz="1275" b="1">
                <a:solidFill>
                  <a:srgbClr val="91DDD0"/>
                </a:solidFill>
                <a:latin typeface="Arial"/>
                <a:ea typeface="Arial"/>
                <a:cs typeface="Arial"/>
              </a:defRPr>
            </a:lvl6pPr>
            <a:lvl7pPr>
              <a:defRPr sz="1275" b="1">
                <a:solidFill>
                  <a:srgbClr val="91DDD0"/>
                </a:solidFill>
                <a:latin typeface="Arial"/>
                <a:ea typeface="Arial"/>
                <a:cs typeface="Arial"/>
              </a:defRPr>
            </a:lvl7pPr>
            <a:lvl8pPr>
              <a:defRPr sz="1275" b="1">
                <a:solidFill>
                  <a:srgbClr val="91DDD0"/>
                </a:solidFill>
                <a:latin typeface="Arial"/>
                <a:ea typeface="Arial"/>
                <a:cs typeface="Arial"/>
              </a:defRPr>
            </a:lvl8pPr>
            <a:lvl9pPr>
              <a:defRPr sz="1275" b="1">
                <a:solidFill>
                  <a:srgbClr val="91DDD0"/>
                </a:solidFill>
                <a:latin typeface="Arial"/>
                <a:ea typeface="Arial"/>
                <a:cs typeface="Arial"/>
              </a:defRPr>
            </a:lvl9pPr>
          </a:lstStyle>
          <a:p xmlns:a="http://schemas.openxmlformats.org/drawingml/2006/main">
            <a:pPr>
              <a:defRPr sz="1275" b="1">
                <a:solidFill>
                  <a:srgbClr val="91DDD0"/>
                </a:solidFill>
                <a:latin typeface="Arial"/>
                <a:ea typeface="Arial"/>
                <a:cs typeface="Arial"/>
              </a:defRPr>
            </a:pPr>
            <a:r>
              <a:rPr sz="1275" b="1">
                <a:solidFill>
                  <a:srgbClr val="91DDD0"/>
                </a:solidFill>
                <a:latin typeface="Arial"/>
                <a:ea typeface="Arial"/>
                <a:cs typeface="Arial"/>
              </a:rPr>
              <a:t>UIR / ADVANCED NATURAL LANGUAGE PROCESSING</a:t>
            </a:r>
          </a:p>
        </p:txBody>
      </p:sp>
      <p:sp>
        <p:nvSpPr>
          <p:cNvPr id="2" name="">
            <a:extLst xmlns:a="http://schemas.openxmlformats.org/drawingml/2006/main">
              <a:ext uri="{FF2B5EF4-FFF2-40B4-BE49-F238E27FC236}">
                <a16:creationId xmlns:a16="http://schemas.microsoft.com/office/drawing/2014/main" id="{7BB4D7D8-E40F-4835-9178-D698DF04D6D4}"/>
              </a:ext>
            </a:extLst>
          </p:cNvPr>
          <p:cNvSpPr>
            <a:spLocks xmlns:a="http://schemas.openxmlformats.org/drawingml/2006/main" noGrp="1"/>
          </p:cNvSpPr>
          <p:nvPr/>
        </p:nvSpPr>
        <p:spPr>
          <a:xfrm xmlns:a="http://schemas.openxmlformats.org/drawingml/2006/main">
            <a:off x="609600" y="85725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F7F5EE"/>
                </a:solidFill>
                <a:latin typeface="Arial"/>
                <a:ea typeface="Arial"/>
                <a:cs typeface="Arial"/>
              </a:defRPr>
            </a:defPPr>
            <a:lvl1pPr>
              <a:defRPr sz="3525" b="1">
                <a:solidFill>
                  <a:srgbClr val="F7F5EE"/>
                </a:solidFill>
                <a:latin typeface="Arial"/>
                <a:ea typeface="Arial"/>
                <a:cs typeface="Arial"/>
              </a:defRPr>
            </a:lvl1pPr>
            <a:lvl2pPr>
              <a:defRPr sz="3525" b="1">
                <a:solidFill>
                  <a:srgbClr val="F7F5EE"/>
                </a:solidFill>
                <a:latin typeface="Arial"/>
                <a:ea typeface="Arial"/>
                <a:cs typeface="Arial"/>
              </a:defRPr>
            </a:lvl2pPr>
            <a:lvl3pPr>
              <a:defRPr sz="3525" b="1">
                <a:solidFill>
                  <a:srgbClr val="F7F5EE"/>
                </a:solidFill>
                <a:latin typeface="Arial"/>
                <a:ea typeface="Arial"/>
                <a:cs typeface="Arial"/>
              </a:defRPr>
            </a:lvl3pPr>
            <a:lvl4pPr>
              <a:defRPr sz="3525" b="1">
                <a:solidFill>
                  <a:srgbClr val="F7F5EE"/>
                </a:solidFill>
                <a:latin typeface="Arial"/>
                <a:ea typeface="Arial"/>
                <a:cs typeface="Arial"/>
              </a:defRPr>
            </a:lvl4pPr>
            <a:lvl5pPr>
              <a:defRPr sz="3525" b="1">
                <a:solidFill>
                  <a:srgbClr val="F7F5EE"/>
                </a:solidFill>
                <a:latin typeface="Arial"/>
                <a:ea typeface="Arial"/>
                <a:cs typeface="Arial"/>
              </a:defRPr>
            </a:lvl5pPr>
            <a:lvl6pPr>
              <a:defRPr sz="3525" b="1">
                <a:solidFill>
                  <a:srgbClr val="F7F5EE"/>
                </a:solidFill>
                <a:latin typeface="Arial"/>
                <a:ea typeface="Arial"/>
                <a:cs typeface="Arial"/>
              </a:defRPr>
            </a:lvl6pPr>
            <a:lvl7pPr>
              <a:defRPr sz="3525" b="1">
                <a:solidFill>
                  <a:srgbClr val="F7F5EE"/>
                </a:solidFill>
                <a:latin typeface="Arial"/>
                <a:ea typeface="Arial"/>
                <a:cs typeface="Arial"/>
              </a:defRPr>
            </a:lvl7pPr>
            <a:lvl8pPr>
              <a:defRPr sz="3525" b="1">
                <a:solidFill>
                  <a:srgbClr val="F7F5EE"/>
                </a:solidFill>
                <a:latin typeface="Arial"/>
                <a:ea typeface="Arial"/>
                <a:cs typeface="Arial"/>
              </a:defRPr>
            </a:lvl8pPr>
            <a:lvl9pPr>
              <a:defRPr sz="3525" b="1">
                <a:solidFill>
                  <a:srgbClr val="F7F5EE"/>
                </a:solidFill>
                <a:latin typeface="Arial"/>
                <a:ea typeface="Arial"/>
                <a:cs typeface="Arial"/>
              </a:defRPr>
            </a:lvl9pPr>
          </a:lstStyle>
          <a:p xmlns:a="http://schemas.openxmlformats.org/drawingml/2006/main">
            <a:pPr>
              <a:defRPr sz="3525" b="1">
                <a:solidFill>
                  <a:srgbClr val="F7F5EE"/>
                </a:solidFill>
                <a:latin typeface="Arial"/>
                <a:ea typeface="Arial"/>
                <a:cs typeface="Arial"/>
              </a:defRPr>
            </a:pPr>
            <a:r>
              <a:rPr sz="3525" b="1">
                <a:solidFill>
                  <a:srgbClr val="F7F5EE"/>
                </a:solidFill>
                <a:latin typeface="Arial"/>
                <a:ea typeface="Arial"/>
                <a:cs typeface="Arial"/>
              </a:rPr>
              <a:t>English-to-Darija translation</a:t>
            </a:r>
          </a:p>
          <a:p xmlns:a="http://schemas.openxmlformats.org/drawingml/2006/main">
            <a:pPr>
              <a:defRPr sz="3525" b="1">
                <a:solidFill>
                  <a:srgbClr val="F7F5EE"/>
                </a:solidFill>
                <a:latin typeface="Arial"/>
                <a:ea typeface="Arial"/>
                <a:cs typeface="Arial"/>
              </a:defRPr>
            </a:pPr>
            <a:r>
              <a:rPr sz="3525" b="1">
                <a:solidFill>
                  <a:srgbClr val="F7F5EE"/>
                </a:solidFill>
                <a:latin typeface="Arial"/>
                <a:ea typeface="Arial"/>
                <a:cs typeface="Arial"/>
              </a:rPr>
              <a:t>with manual LSTM cells</a:t>
            </a:r>
          </a:p>
        </p:txBody>
      </p:sp>
      <p:sp>
        <p:nvSpPr>
          <p:cNvPr id="3" name="">
            <a:extLst xmlns:a="http://schemas.openxmlformats.org/drawingml/2006/main">
              <a:ext uri="{FF2B5EF4-FFF2-40B4-BE49-F238E27FC236}">
                <a16:creationId xmlns:a16="http://schemas.microsoft.com/office/drawing/2014/main" id="{E1627810-5B3D-4F0D-A5F2-70541F47AD7A}"/>
              </a:ext>
            </a:extLst>
          </p:cNvPr>
          <p:cNvSpPr>
            <a:spLocks xmlns:a="http://schemas.openxmlformats.org/drawingml/2006/main" noGrp="1"/>
          </p:cNvSpPr>
          <p:nvPr/>
        </p:nvSpPr>
        <p:spPr>
          <a:xfrm xmlns:a="http://schemas.openxmlformats.org/drawingml/2006/main">
            <a:off x="11096625" y="63150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1DDD0"/>
                </a:solidFill>
                <a:latin typeface="Arial"/>
                <a:ea typeface="Arial"/>
                <a:cs typeface="Arial"/>
              </a:defRPr>
            </a:defPPr>
            <a:lvl1pPr>
              <a:defRPr sz="1200" b="0">
                <a:solidFill>
                  <a:srgbClr val="91DDD0"/>
                </a:solidFill>
                <a:latin typeface="Arial"/>
                <a:ea typeface="Arial"/>
                <a:cs typeface="Arial"/>
              </a:defRPr>
            </a:lvl1pPr>
            <a:lvl2pPr>
              <a:defRPr sz="1200" b="0">
                <a:solidFill>
                  <a:srgbClr val="91DDD0"/>
                </a:solidFill>
                <a:latin typeface="Arial"/>
                <a:ea typeface="Arial"/>
                <a:cs typeface="Arial"/>
              </a:defRPr>
            </a:lvl2pPr>
            <a:lvl3pPr>
              <a:defRPr sz="1200" b="0">
                <a:solidFill>
                  <a:srgbClr val="91DDD0"/>
                </a:solidFill>
                <a:latin typeface="Arial"/>
                <a:ea typeface="Arial"/>
                <a:cs typeface="Arial"/>
              </a:defRPr>
            </a:lvl3pPr>
            <a:lvl4pPr>
              <a:defRPr sz="1200" b="0">
                <a:solidFill>
                  <a:srgbClr val="91DDD0"/>
                </a:solidFill>
                <a:latin typeface="Arial"/>
                <a:ea typeface="Arial"/>
                <a:cs typeface="Arial"/>
              </a:defRPr>
            </a:lvl4pPr>
            <a:lvl5pPr>
              <a:defRPr sz="1200" b="0">
                <a:solidFill>
                  <a:srgbClr val="91DDD0"/>
                </a:solidFill>
                <a:latin typeface="Arial"/>
                <a:ea typeface="Arial"/>
                <a:cs typeface="Arial"/>
              </a:defRPr>
            </a:lvl5pPr>
            <a:lvl6pPr>
              <a:defRPr sz="1200" b="0">
                <a:solidFill>
                  <a:srgbClr val="91DDD0"/>
                </a:solidFill>
                <a:latin typeface="Arial"/>
                <a:ea typeface="Arial"/>
                <a:cs typeface="Arial"/>
              </a:defRPr>
            </a:lvl6pPr>
            <a:lvl7pPr>
              <a:defRPr sz="1200" b="0">
                <a:solidFill>
                  <a:srgbClr val="91DDD0"/>
                </a:solidFill>
                <a:latin typeface="Arial"/>
                <a:ea typeface="Arial"/>
                <a:cs typeface="Arial"/>
              </a:defRPr>
            </a:lvl7pPr>
            <a:lvl8pPr>
              <a:defRPr sz="1200" b="0">
                <a:solidFill>
                  <a:srgbClr val="91DDD0"/>
                </a:solidFill>
                <a:latin typeface="Arial"/>
                <a:ea typeface="Arial"/>
                <a:cs typeface="Arial"/>
              </a:defRPr>
            </a:lvl8pPr>
            <a:lvl9pPr>
              <a:defRPr sz="1200" b="0">
                <a:solidFill>
                  <a:srgbClr val="91DDD0"/>
                </a:solidFill>
                <a:latin typeface="Arial"/>
                <a:ea typeface="Arial"/>
                <a:cs typeface="Arial"/>
              </a:defRPr>
            </a:lvl9pPr>
          </a:lstStyle>
          <a:p xmlns:a="http://schemas.openxmlformats.org/drawingml/2006/main">
            <a:pPr>
              <a:defRPr sz="1200" b="0">
                <a:solidFill>
                  <a:srgbClr val="91DDD0"/>
                </a:solidFill>
                <a:latin typeface="Arial"/>
                <a:ea typeface="Arial"/>
                <a:cs typeface="Arial"/>
              </a:defRPr>
            </a:pPr>
            <a:r>
              <a:rPr sz="1200" b="0">
                <a:solidFill>
                  <a:srgbClr val="91DDD0"/>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CBA99302-330B-44AC-B2D6-90C7B536E60C}"/>
              </a:ext>
            </a:extLst>
          </p:cNvPr>
          <p:cNvSpPr>
            <a:spLocks xmlns:a="http://schemas.openxmlformats.org/drawingml/2006/main" noGrp="1"/>
          </p:cNvSpPr>
          <p:nvPr/>
        </p:nvSpPr>
        <p:spPr>
          <a:xfrm xmlns:a="http://schemas.openxmlformats.org/drawingml/2006/main">
            <a:off x="647700" y="26670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91DDD0"/>
                </a:solidFill>
                <a:latin typeface="Arial"/>
                <a:ea typeface="Arial"/>
                <a:cs typeface="Arial"/>
              </a:defRPr>
            </a:defPPr>
            <a:lvl1pPr>
              <a:defRPr sz="2325" b="0">
                <a:solidFill>
                  <a:srgbClr val="91DDD0"/>
                </a:solidFill>
                <a:latin typeface="Arial"/>
                <a:ea typeface="Arial"/>
                <a:cs typeface="Arial"/>
              </a:defRPr>
            </a:lvl1pPr>
            <a:lvl2pPr>
              <a:defRPr sz="2325" b="0">
                <a:solidFill>
                  <a:srgbClr val="91DDD0"/>
                </a:solidFill>
                <a:latin typeface="Arial"/>
                <a:ea typeface="Arial"/>
                <a:cs typeface="Arial"/>
              </a:defRPr>
            </a:lvl2pPr>
            <a:lvl3pPr>
              <a:defRPr sz="2325" b="0">
                <a:solidFill>
                  <a:srgbClr val="91DDD0"/>
                </a:solidFill>
                <a:latin typeface="Arial"/>
                <a:ea typeface="Arial"/>
                <a:cs typeface="Arial"/>
              </a:defRPr>
            </a:lvl3pPr>
            <a:lvl4pPr>
              <a:defRPr sz="2325" b="0">
                <a:solidFill>
                  <a:srgbClr val="91DDD0"/>
                </a:solidFill>
                <a:latin typeface="Arial"/>
                <a:ea typeface="Arial"/>
                <a:cs typeface="Arial"/>
              </a:defRPr>
            </a:lvl4pPr>
            <a:lvl5pPr>
              <a:defRPr sz="2325" b="0">
                <a:solidFill>
                  <a:srgbClr val="91DDD0"/>
                </a:solidFill>
                <a:latin typeface="Arial"/>
                <a:ea typeface="Arial"/>
                <a:cs typeface="Arial"/>
              </a:defRPr>
            </a:lvl5pPr>
            <a:lvl6pPr>
              <a:defRPr sz="2325" b="0">
                <a:solidFill>
                  <a:srgbClr val="91DDD0"/>
                </a:solidFill>
                <a:latin typeface="Arial"/>
                <a:ea typeface="Arial"/>
                <a:cs typeface="Arial"/>
              </a:defRPr>
            </a:lvl6pPr>
            <a:lvl7pPr>
              <a:defRPr sz="2325" b="0">
                <a:solidFill>
                  <a:srgbClr val="91DDD0"/>
                </a:solidFill>
                <a:latin typeface="Arial"/>
                <a:ea typeface="Arial"/>
                <a:cs typeface="Arial"/>
              </a:defRPr>
            </a:lvl7pPr>
            <a:lvl8pPr>
              <a:defRPr sz="2325" b="0">
                <a:solidFill>
                  <a:srgbClr val="91DDD0"/>
                </a:solidFill>
                <a:latin typeface="Arial"/>
                <a:ea typeface="Arial"/>
                <a:cs typeface="Arial"/>
              </a:defRPr>
            </a:lvl8pPr>
            <a:lvl9pPr>
              <a:defRPr sz="2325" b="0">
                <a:solidFill>
                  <a:srgbClr val="91DDD0"/>
                </a:solidFill>
                <a:latin typeface="Arial"/>
                <a:ea typeface="Arial"/>
                <a:cs typeface="Arial"/>
              </a:defRPr>
            </a:lvl9pPr>
          </a:lstStyle>
          <a:p xmlns:a="http://schemas.openxmlformats.org/drawingml/2006/main">
            <a:pPr>
              <a:defRPr sz="2325" b="0">
                <a:solidFill>
                  <a:srgbClr val="91DDD0"/>
                </a:solidFill>
                <a:latin typeface="Arial"/>
                <a:ea typeface="Arial"/>
                <a:cs typeface="Arial"/>
              </a:defRPr>
            </a:pPr>
            <a:r>
              <a:rPr sz="2325" b="0">
                <a:solidFill>
                  <a:srgbClr val="91DDD0"/>
                </a:solidFill>
                <a:latin typeface="Arial"/>
                <a:ea typeface="Arial"/>
                <a:cs typeface="Arial"/>
              </a:rPr>
              <a:t>Vanilla LSTM   /   CIFG   /   WMC</a:t>
            </a:r>
          </a:p>
        </p:txBody>
      </p:sp>
      <p:sp>
        <p:nvSpPr>
          <p:cNvPr id="5" name="">
            <a:extLst xmlns:a="http://schemas.openxmlformats.org/drawingml/2006/main">
              <a:ext uri="{FF2B5EF4-FFF2-40B4-BE49-F238E27FC236}">
                <a16:creationId xmlns:a16="http://schemas.microsoft.com/office/drawing/2014/main" id="{4DE4A866-F676-40CC-9F33-0329B3181BA4}"/>
              </a:ext>
            </a:extLst>
          </p:cNvPr>
          <p:cNvSpPr>
            <a:spLocks xmlns:a="http://schemas.openxmlformats.org/drawingml/2006/main" noGrp="1"/>
          </p:cNvSpPr>
          <p:nvPr/>
        </p:nvSpPr>
        <p:spPr>
          <a:xfrm xmlns:a="http://schemas.openxmlformats.org/drawingml/2006/main">
            <a:off x="647700" y="3952875"/>
            <a:ext cx="6286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F7F5EE"/>
                </a:solidFill>
                <a:latin typeface="Arial"/>
                <a:ea typeface="Arial"/>
                <a:cs typeface="Arial"/>
              </a:defRPr>
            </a:defPPr>
            <a:lvl1pPr>
              <a:defRPr sz="1950" b="0">
                <a:solidFill>
                  <a:srgbClr val="F7F5EE"/>
                </a:solidFill>
                <a:latin typeface="Arial"/>
                <a:ea typeface="Arial"/>
                <a:cs typeface="Arial"/>
              </a:defRPr>
            </a:lvl1pPr>
            <a:lvl2pPr>
              <a:defRPr sz="1950" b="0">
                <a:solidFill>
                  <a:srgbClr val="F7F5EE"/>
                </a:solidFill>
                <a:latin typeface="Arial"/>
                <a:ea typeface="Arial"/>
                <a:cs typeface="Arial"/>
              </a:defRPr>
            </a:lvl2pPr>
            <a:lvl3pPr>
              <a:defRPr sz="1950" b="0">
                <a:solidFill>
                  <a:srgbClr val="F7F5EE"/>
                </a:solidFill>
                <a:latin typeface="Arial"/>
                <a:ea typeface="Arial"/>
                <a:cs typeface="Arial"/>
              </a:defRPr>
            </a:lvl3pPr>
            <a:lvl4pPr>
              <a:defRPr sz="1950" b="0">
                <a:solidFill>
                  <a:srgbClr val="F7F5EE"/>
                </a:solidFill>
                <a:latin typeface="Arial"/>
                <a:ea typeface="Arial"/>
                <a:cs typeface="Arial"/>
              </a:defRPr>
            </a:lvl4pPr>
            <a:lvl5pPr>
              <a:defRPr sz="1950" b="0">
                <a:solidFill>
                  <a:srgbClr val="F7F5EE"/>
                </a:solidFill>
                <a:latin typeface="Arial"/>
                <a:ea typeface="Arial"/>
                <a:cs typeface="Arial"/>
              </a:defRPr>
            </a:lvl5pPr>
            <a:lvl6pPr>
              <a:defRPr sz="1950" b="0">
                <a:solidFill>
                  <a:srgbClr val="F7F5EE"/>
                </a:solidFill>
                <a:latin typeface="Arial"/>
                <a:ea typeface="Arial"/>
                <a:cs typeface="Arial"/>
              </a:defRPr>
            </a:lvl6pPr>
            <a:lvl7pPr>
              <a:defRPr sz="1950" b="0">
                <a:solidFill>
                  <a:srgbClr val="F7F5EE"/>
                </a:solidFill>
                <a:latin typeface="Arial"/>
                <a:ea typeface="Arial"/>
                <a:cs typeface="Arial"/>
              </a:defRPr>
            </a:lvl7pPr>
            <a:lvl8pPr>
              <a:defRPr sz="1950" b="0">
                <a:solidFill>
                  <a:srgbClr val="F7F5EE"/>
                </a:solidFill>
                <a:latin typeface="Arial"/>
                <a:ea typeface="Arial"/>
                <a:cs typeface="Arial"/>
              </a:defRPr>
            </a:lvl8pPr>
            <a:lvl9pPr>
              <a:defRPr sz="1950" b="0">
                <a:solidFill>
                  <a:srgbClr val="F7F5EE"/>
                </a:solidFill>
                <a:latin typeface="Arial"/>
                <a:ea typeface="Arial"/>
                <a:cs typeface="Arial"/>
              </a:defRPr>
            </a:lvl9pPr>
          </a:lstStyle>
          <a:p xmlns:a="http://schemas.openxmlformats.org/drawingml/2006/main">
            <a:pPr>
              <a:defRPr sz="1950" b="0">
                <a:solidFill>
                  <a:srgbClr val="F7F5EE"/>
                </a:solidFill>
                <a:latin typeface="Arial"/>
                <a:ea typeface="Arial"/>
                <a:cs typeface="Arial"/>
              </a:defRPr>
            </a:pPr>
            <a:r>
              <a:rPr sz="1950" b="0">
                <a:solidFill>
                  <a:srgbClr val="F7F5EE"/>
                </a:solidFill>
                <a:latin typeface="Arial"/>
                <a:ea typeface="Arial"/>
                <a:cs typeface="Arial"/>
              </a:rPr>
              <a:t>Zouhair Eouichak</a:t>
            </a:r>
          </a:p>
          <a:p xmlns:a="http://schemas.openxmlformats.org/drawingml/2006/main">
            <a:pPr>
              <a:defRPr sz="1950" b="0">
                <a:solidFill>
                  <a:srgbClr val="F7F5EE"/>
                </a:solidFill>
                <a:latin typeface="Arial"/>
                <a:ea typeface="Arial"/>
                <a:cs typeface="Arial"/>
              </a:defRPr>
            </a:pPr>
            <a:r>
              <a:rPr sz="1950" b="0">
                <a:solidFill>
                  <a:srgbClr val="F7F5EE"/>
                </a:solidFill>
                <a:latin typeface="Arial"/>
                <a:ea typeface="Arial"/>
                <a:cs typeface="Arial"/>
              </a:rPr>
              <a:t>Aymane El Youssi</a:t>
            </a:r>
          </a:p>
          <a:p xmlns:a="http://schemas.openxmlformats.org/drawingml/2006/main">
            <a:pPr>
              <a:defRPr sz="1950" b="0">
                <a:solidFill>
                  <a:srgbClr val="F7F5EE"/>
                </a:solidFill>
                <a:latin typeface="Arial"/>
                <a:ea typeface="Arial"/>
                <a:cs typeface="Arial"/>
              </a:defRPr>
            </a:pPr>
            <a:r>
              <a:rPr sz="1950" b="0">
                <a:solidFill>
                  <a:srgbClr val="F7F5EE"/>
                </a:solidFill>
                <a:latin typeface="Arial"/>
                <a:ea typeface="Arial"/>
                <a:cs typeface="Arial"/>
              </a:rPr>
              <a:t>Malak Bartal</a:t>
            </a:r>
          </a:p>
          <a:p xmlns:a="http://schemas.openxmlformats.org/drawingml/2006/main">
            <a:pPr>
              <a:defRPr sz="1950" b="0">
                <a:solidFill>
                  <a:srgbClr val="F7F5EE"/>
                </a:solidFill>
                <a:latin typeface="Arial"/>
                <a:ea typeface="Arial"/>
                <a:cs typeface="Arial"/>
              </a:defRPr>
            </a:pPr>
            <a:r>
              <a:rPr sz="1950" b="0">
                <a:solidFill>
                  <a:srgbClr val="F7F5EE"/>
                </a:solidFill>
                <a:latin typeface="Arial"/>
                <a:ea typeface="Arial"/>
                <a:cs typeface="Arial"/>
              </a:rPr>
              <a:t>Sara Baalla</a:t>
            </a:r>
          </a:p>
        </p:txBody>
      </p:sp>
      <p:sp>
        <p:nvSpPr>
          <p:cNvPr id="6" name="">
            <a:extLst xmlns:a="http://schemas.openxmlformats.org/drawingml/2006/main">
              <a:ext uri="{FF2B5EF4-FFF2-40B4-BE49-F238E27FC236}">
                <a16:creationId xmlns:a16="http://schemas.microsoft.com/office/drawing/2014/main" id="{DCE5C246-C1B7-40BE-A0E2-54830588188B}"/>
              </a:ext>
            </a:extLst>
          </p:cNvPr>
          <p:cNvSpPr>
            <a:spLocks xmlns:a="http://schemas.openxmlformats.org/drawingml/2006/main" noGrp="1"/>
          </p:cNvSpPr>
          <p:nvPr/>
        </p:nvSpPr>
        <p:spPr>
          <a:xfrm xmlns:a="http://schemas.openxmlformats.org/drawingml/2006/main">
            <a:off x="8239125" y="4048125"/>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F7F5EE"/>
                </a:solidFill>
                <a:latin typeface="Arial"/>
                <a:ea typeface="Arial"/>
                <a:cs typeface="Arial"/>
              </a:defRPr>
            </a:defPPr>
            <a:lvl1pPr>
              <a:defRPr sz="1950" b="1">
                <a:solidFill>
                  <a:srgbClr val="F7F5EE"/>
                </a:solidFill>
                <a:latin typeface="Arial"/>
                <a:ea typeface="Arial"/>
                <a:cs typeface="Arial"/>
              </a:defRPr>
            </a:lvl1pPr>
            <a:lvl2pPr>
              <a:defRPr sz="1950" b="1">
                <a:solidFill>
                  <a:srgbClr val="F7F5EE"/>
                </a:solidFill>
                <a:latin typeface="Arial"/>
                <a:ea typeface="Arial"/>
                <a:cs typeface="Arial"/>
              </a:defRPr>
            </a:lvl2pPr>
            <a:lvl3pPr>
              <a:defRPr sz="1950" b="1">
                <a:solidFill>
                  <a:srgbClr val="F7F5EE"/>
                </a:solidFill>
                <a:latin typeface="Arial"/>
                <a:ea typeface="Arial"/>
                <a:cs typeface="Arial"/>
              </a:defRPr>
            </a:lvl3pPr>
            <a:lvl4pPr>
              <a:defRPr sz="1950" b="1">
                <a:solidFill>
                  <a:srgbClr val="F7F5EE"/>
                </a:solidFill>
                <a:latin typeface="Arial"/>
                <a:ea typeface="Arial"/>
                <a:cs typeface="Arial"/>
              </a:defRPr>
            </a:lvl4pPr>
            <a:lvl5pPr>
              <a:defRPr sz="1950" b="1">
                <a:solidFill>
                  <a:srgbClr val="F7F5EE"/>
                </a:solidFill>
                <a:latin typeface="Arial"/>
                <a:ea typeface="Arial"/>
                <a:cs typeface="Arial"/>
              </a:defRPr>
            </a:lvl5pPr>
            <a:lvl6pPr>
              <a:defRPr sz="1950" b="1">
                <a:solidFill>
                  <a:srgbClr val="F7F5EE"/>
                </a:solidFill>
                <a:latin typeface="Arial"/>
                <a:ea typeface="Arial"/>
                <a:cs typeface="Arial"/>
              </a:defRPr>
            </a:lvl6pPr>
            <a:lvl7pPr>
              <a:defRPr sz="1950" b="1">
                <a:solidFill>
                  <a:srgbClr val="F7F5EE"/>
                </a:solidFill>
                <a:latin typeface="Arial"/>
                <a:ea typeface="Arial"/>
                <a:cs typeface="Arial"/>
              </a:defRPr>
            </a:lvl7pPr>
            <a:lvl8pPr>
              <a:defRPr sz="1950" b="1">
                <a:solidFill>
                  <a:srgbClr val="F7F5EE"/>
                </a:solidFill>
                <a:latin typeface="Arial"/>
                <a:ea typeface="Arial"/>
                <a:cs typeface="Arial"/>
              </a:defRPr>
            </a:lvl8pPr>
            <a:lvl9pPr>
              <a:defRPr sz="1950" b="1">
                <a:solidFill>
                  <a:srgbClr val="F7F5EE"/>
                </a:solidFill>
                <a:latin typeface="Arial"/>
                <a:ea typeface="Arial"/>
                <a:cs typeface="Arial"/>
              </a:defRPr>
            </a:lvl9pPr>
          </a:lstStyle>
          <a:p xmlns:a="http://schemas.openxmlformats.org/drawingml/2006/main">
            <a:pPr>
              <a:defRPr sz="1950" b="1">
                <a:solidFill>
                  <a:srgbClr val="F7F5EE"/>
                </a:solidFill>
                <a:latin typeface="Arial"/>
                <a:ea typeface="Arial"/>
                <a:cs typeface="Arial"/>
              </a:defRPr>
            </a:pPr>
            <a:r>
              <a:rPr sz="1950" b="1">
                <a:solidFill>
                  <a:srgbClr val="F7F5EE"/>
                </a:solidFill>
                <a:latin typeface="Arial"/>
                <a:ea typeface="Arial"/>
                <a:cs typeface="Arial"/>
              </a:rPr>
              <a:t>TP B</a:t>
            </a:r>
          </a:p>
          <a:p xmlns:a="http://schemas.openxmlformats.org/drawingml/2006/main">
            <a:pPr>
              <a:defRPr sz="1950" b="1">
                <a:solidFill>
                  <a:srgbClr val="F7F5EE"/>
                </a:solidFill>
                <a:latin typeface="Arial"/>
                <a:ea typeface="Arial"/>
                <a:cs typeface="Arial"/>
              </a:defRPr>
            </a:pPr>
            <a:r>
              <a:rPr sz="1950" b="1">
                <a:solidFill>
                  <a:srgbClr val="F7F5EE"/>
                </a:solidFill>
                <a:latin typeface="Arial"/>
                <a:ea typeface="Arial"/>
                <a:cs typeface="Arial"/>
              </a:rPr>
              <a:t>2026 / 2027</a:t>
            </a:r>
          </a:p>
        </p:txBody>
      </p:sp>
      <p:pic>
        <p:nvPicPr>
          <p:cNvPr id="7" name="">
            <a:extLst xmlns:a="http://schemas.openxmlformats.org/drawingml/2006/main">
              <a:ext uri="{FF2B5EF4-FFF2-40B4-BE49-F238E27FC236}">
                <a16:creationId xmlns:a16="http://schemas.microsoft.com/office/drawing/2014/main" id="{6BF6C8EA-6187-4EF9-AA36-9B645CCAB8F6}"/>
              </a:ext>
            </a:extLst>
          </p:cNvPr>
          <p:cNvPicPr>
            <a:picLocks xmlns:a="http://schemas.openxmlformats.org/drawingml/2006/main" noChangeAspect="1"/>
          </p:cNvPicPr>
          <p:nvPr/>
        </p:nvPicPr>
        <p:blipFill>
          <a:blip xmlns:r="http://schemas.openxmlformats.org/officeDocument/2006/relationships" xmlns:a="http://schemas.openxmlformats.org/drawingml/2006/main" r:embed="R55f9461595b74f69"/>
          <a:stretch xmlns:a="http://schemas.openxmlformats.org/drawingml/2006/main"/>
        </p:blipFill>
        <p:spPr>
          <a:xfrm xmlns:a="http://schemas.openxmlformats.org/drawingml/2006/main">
            <a:off x="8155120" y="5200650"/>
            <a:ext cx="3168385" cy="714375"/>
          </a:xfrm>
          <a:prstGeom xmlns:a="http://schemas.openxmlformats.org/drawingml/2006/main" prst="rect">
            <a:avLst/>
          </a:prstGeom>
        </p:spPr>
      </p:pic>
    </p:spTree>
    <p:extLst>
      <p:ext uri="{BB962C8B-B14F-4D97-AF65-F5344CB8AC3E}">
        <p14:creationId xmlns:p14="http://schemas.microsoft.com/office/powerpoint/2010/main" val="1236297696"/>
      </p:ext>
    </p:extLst>
  </p:cSld>
</p:sld>
</file>

<file path=ppt/slides/slide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797CE18-9879-4D44-B332-805D08E48CEC}"/>
              </a:ext>
            </a:extLst>
          </p:cNvPr>
          <p:cNvSpPr>
            <a:spLocks xmlns:a="http://schemas.openxmlformats.org/drawingml/2006/main" noGrp="1"/>
          </p:cNvSpPr>
          <p:nvPr/>
        </p:nvSpPr>
        <p:spPr>
          <a:xfrm xmlns:a="http://schemas.openxmlformats.org/drawingml/2006/main">
            <a:off x="609600" y="3238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7A"/>
                </a:solidFill>
                <a:latin typeface="Arial"/>
                <a:ea typeface="Arial"/>
                <a:cs typeface="Arial"/>
              </a:defRPr>
            </a:defPPr>
            <a:lvl1pPr>
              <a:defRPr sz="1275" b="1">
                <a:solidFill>
                  <a:srgbClr val="007F7A"/>
                </a:solidFill>
                <a:latin typeface="Arial"/>
                <a:ea typeface="Arial"/>
                <a:cs typeface="Arial"/>
              </a:defRPr>
            </a:lvl1pPr>
            <a:lvl2pPr>
              <a:defRPr sz="1275" b="1">
                <a:solidFill>
                  <a:srgbClr val="007F7A"/>
                </a:solidFill>
                <a:latin typeface="Arial"/>
                <a:ea typeface="Arial"/>
                <a:cs typeface="Arial"/>
              </a:defRPr>
            </a:lvl2pPr>
            <a:lvl3pPr>
              <a:defRPr sz="1275" b="1">
                <a:solidFill>
                  <a:srgbClr val="007F7A"/>
                </a:solidFill>
                <a:latin typeface="Arial"/>
                <a:ea typeface="Arial"/>
                <a:cs typeface="Arial"/>
              </a:defRPr>
            </a:lvl3pPr>
            <a:lvl4pPr>
              <a:defRPr sz="1275" b="1">
                <a:solidFill>
                  <a:srgbClr val="007F7A"/>
                </a:solidFill>
                <a:latin typeface="Arial"/>
                <a:ea typeface="Arial"/>
                <a:cs typeface="Arial"/>
              </a:defRPr>
            </a:lvl4pPr>
            <a:lvl5pPr>
              <a:defRPr sz="1275" b="1">
                <a:solidFill>
                  <a:srgbClr val="007F7A"/>
                </a:solidFill>
                <a:latin typeface="Arial"/>
                <a:ea typeface="Arial"/>
                <a:cs typeface="Arial"/>
              </a:defRPr>
            </a:lvl5pPr>
            <a:lvl6pPr>
              <a:defRPr sz="1275" b="1">
                <a:solidFill>
                  <a:srgbClr val="007F7A"/>
                </a:solidFill>
                <a:latin typeface="Arial"/>
                <a:ea typeface="Arial"/>
                <a:cs typeface="Arial"/>
              </a:defRPr>
            </a:lvl6pPr>
            <a:lvl7pPr>
              <a:defRPr sz="1275" b="1">
                <a:solidFill>
                  <a:srgbClr val="007F7A"/>
                </a:solidFill>
                <a:latin typeface="Arial"/>
                <a:ea typeface="Arial"/>
                <a:cs typeface="Arial"/>
              </a:defRPr>
            </a:lvl7pPr>
            <a:lvl8pPr>
              <a:defRPr sz="1275" b="1">
                <a:solidFill>
                  <a:srgbClr val="007F7A"/>
                </a:solidFill>
                <a:latin typeface="Arial"/>
                <a:ea typeface="Arial"/>
                <a:cs typeface="Arial"/>
              </a:defRPr>
            </a:lvl8pPr>
            <a:lvl9pPr>
              <a:defRPr sz="1275" b="1">
                <a:solidFill>
                  <a:srgbClr val="007F7A"/>
                </a:solidFill>
                <a:latin typeface="Arial"/>
                <a:ea typeface="Arial"/>
                <a:cs typeface="Arial"/>
              </a:defRPr>
            </a:lvl9pPr>
          </a:lstStyle>
          <a:p xmlns:a="http://schemas.openxmlformats.org/drawingml/2006/main">
            <a:pPr>
              <a:defRPr sz="1275" b="1">
                <a:solidFill>
                  <a:srgbClr val="007F7A"/>
                </a:solidFill>
                <a:latin typeface="Arial"/>
                <a:ea typeface="Arial"/>
                <a:cs typeface="Arial"/>
              </a:defRPr>
            </a:pPr>
            <a:r>
              <a:rPr sz="1275" b="1">
                <a:solidFill>
                  <a:srgbClr val="007F7A"/>
                </a:solidFill>
                <a:latin typeface="Arial"/>
                <a:ea typeface="Arial"/>
                <a:cs typeface="Arial"/>
              </a:rPr>
              <a:t>01 / TASK</a:t>
            </a:r>
          </a:p>
        </p:txBody>
      </p:sp>
      <p:sp>
        <p:nvSpPr>
          <p:cNvPr id="2" name="">
            <a:extLst xmlns:a="http://schemas.openxmlformats.org/drawingml/2006/main">
              <a:ext uri="{FF2B5EF4-FFF2-40B4-BE49-F238E27FC236}">
                <a16:creationId xmlns:a16="http://schemas.microsoft.com/office/drawing/2014/main" id="{92FEAA0F-D637-4DA6-86D3-4C1C200ADBEC}"/>
              </a:ext>
            </a:extLst>
          </p:cNvPr>
          <p:cNvSpPr>
            <a:spLocks xmlns:a="http://schemas.openxmlformats.org/drawingml/2006/main" noGrp="1"/>
          </p:cNvSpPr>
          <p:nvPr/>
        </p:nvSpPr>
        <p:spPr>
          <a:xfrm xmlns:a="http://schemas.openxmlformats.org/drawingml/2006/main">
            <a:off x="609600" y="85725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18364B"/>
                </a:solidFill>
                <a:latin typeface="Arial"/>
                <a:ea typeface="Arial"/>
                <a:cs typeface="Arial"/>
              </a:defRPr>
            </a:defPPr>
            <a:lvl1pPr>
              <a:defRPr sz="3525" b="1">
                <a:solidFill>
                  <a:srgbClr val="18364B"/>
                </a:solidFill>
                <a:latin typeface="Arial"/>
                <a:ea typeface="Arial"/>
                <a:cs typeface="Arial"/>
              </a:defRPr>
            </a:lvl1pPr>
            <a:lvl2pPr>
              <a:defRPr sz="3525" b="1">
                <a:solidFill>
                  <a:srgbClr val="18364B"/>
                </a:solidFill>
                <a:latin typeface="Arial"/>
                <a:ea typeface="Arial"/>
                <a:cs typeface="Arial"/>
              </a:defRPr>
            </a:lvl2pPr>
            <a:lvl3pPr>
              <a:defRPr sz="3525" b="1">
                <a:solidFill>
                  <a:srgbClr val="18364B"/>
                </a:solidFill>
                <a:latin typeface="Arial"/>
                <a:ea typeface="Arial"/>
                <a:cs typeface="Arial"/>
              </a:defRPr>
            </a:lvl3pPr>
            <a:lvl4pPr>
              <a:defRPr sz="3525" b="1">
                <a:solidFill>
                  <a:srgbClr val="18364B"/>
                </a:solidFill>
                <a:latin typeface="Arial"/>
                <a:ea typeface="Arial"/>
                <a:cs typeface="Arial"/>
              </a:defRPr>
            </a:lvl4pPr>
            <a:lvl5pPr>
              <a:defRPr sz="3525" b="1">
                <a:solidFill>
                  <a:srgbClr val="18364B"/>
                </a:solidFill>
                <a:latin typeface="Arial"/>
                <a:ea typeface="Arial"/>
                <a:cs typeface="Arial"/>
              </a:defRPr>
            </a:lvl5pPr>
            <a:lvl6pPr>
              <a:defRPr sz="3525" b="1">
                <a:solidFill>
                  <a:srgbClr val="18364B"/>
                </a:solidFill>
                <a:latin typeface="Arial"/>
                <a:ea typeface="Arial"/>
                <a:cs typeface="Arial"/>
              </a:defRPr>
            </a:lvl6pPr>
            <a:lvl7pPr>
              <a:defRPr sz="3525" b="1">
                <a:solidFill>
                  <a:srgbClr val="18364B"/>
                </a:solidFill>
                <a:latin typeface="Arial"/>
                <a:ea typeface="Arial"/>
                <a:cs typeface="Arial"/>
              </a:defRPr>
            </a:lvl7pPr>
            <a:lvl8pPr>
              <a:defRPr sz="3525" b="1">
                <a:solidFill>
                  <a:srgbClr val="18364B"/>
                </a:solidFill>
                <a:latin typeface="Arial"/>
                <a:ea typeface="Arial"/>
                <a:cs typeface="Arial"/>
              </a:defRPr>
            </a:lvl8pPr>
            <a:lvl9pPr>
              <a:defRPr sz="3525" b="1">
                <a:solidFill>
                  <a:srgbClr val="18364B"/>
                </a:solidFill>
                <a:latin typeface="Arial"/>
                <a:ea typeface="Arial"/>
                <a:cs typeface="Arial"/>
              </a:defRPr>
            </a:lvl9pPr>
          </a:lstStyle>
          <a:p xmlns:a="http://schemas.openxmlformats.org/drawingml/2006/main">
            <a:pPr>
              <a:defRPr sz="3525" b="1">
                <a:solidFill>
                  <a:srgbClr val="18364B"/>
                </a:solidFill>
                <a:latin typeface="Arial"/>
                <a:ea typeface="Arial"/>
                <a:cs typeface="Arial"/>
              </a:defRPr>
            </a:pPr>
            <a:r>
              <a:rPr sz="3525" b="1">
                <a:solidFill>
                  <a:srgbClr val="18364B"/>
                </a:solidFill>
                <a:latin typeface="Arial"/>
                <a:ea typeface="Arial"/>
                <a:cs typeface="Arial"/>
              </a:rPr>
              <a:t>English source, Latin Darija target</a:t>
            </a:r>
          </a:p>
        </p:txBody>
      </p:sp>
      <p:sp>
        <p:nvSpPr>
          <p:cNvPr id="3" name="">
            <a:extLst xmlns:a="http://schemas.openxmlformats.org/drawingml/2006/main">
              <a:ext uri="{FF2B5EF4-FFF2-40B4-BE49-F238E27FC236}">
                <a16:creationId xmlns:a16="http://schemas.microsoft.com/office/drawing/2014/main" id="{170330D0-A2E8-4CBD-8816-750A68ECB2DA}"/>
              </a:ext>
            </a:extLst>
          </p:cNvPr>
          <p:cNvSpPr>
            <a:spLocks xmlns:a="http://schemas.openxmlformats.org/drawingml/2006/main" noGrp="1"/>
          </p:cNvSpPr>
          <p:nvPr/>
        </p:nvSpPr>
        <p:spPr>
          <a:xfrm xmlns:a="http://schemas.openxmlformats.org/drawingml/2006/main">
            <a:off x="11096625" y="63150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878"/>
                </a:solidFill>
                <a:latin typeface="Arial"/>
                <a:ea typeface="Arial"/>
                <a:cs typeface="Arial"/>
              </a:defRPr>
            </a:defPPr>
            <a:lvl1pPr>
              <a:defRPr sz="1200" b="0">
                <a:solidFill>
                  <a:srgbClr val="526878"/>
                </a:solidFill>
                <a:latin typeface="Arial"/>
                <a:ea typeface="Arial"/>
                <a:cs typeface="Arial"/>
              </a:defRPr>
            </a:lvl1pPr>
            <a:lvl2pPr>
              <a:defRPr sz="1200" b="0">
                <a:solidFill>
                  <a:srgbClr val="526878"/>
                </a:solidFill>
                <a:latin typeface="Arial"/>
                <a:ea typeface="Arial"/>
                <a:cs typeface="Arial"/>
              </a:defRPr>
            </a:lvl2pPr>
            <a:lvl3pPr>
              <a:defRPr sz="1200" b="0">
                <a:solidFill>
                  <a:srgbClr val="526878"/>
                </a:solidFill>
                <a:latin typeface="Arial"/>
                <a:ea typeface="Arial"/>
                <a:cs typeface="Arial"/>
              </a:defRPr>
            </a:lvl3pPr>
            <a:lvl4pPr>
              <a:defRPr sz="1200" b="0">
                <a:solidFill>
                  <a:srgbClr val="526878"/>
                </a:solidFill>
                <a:latin typeface="Arial"/>
                <a:ea typeface="Arial"/>
                <a:cs typeface="Arial"/>
              </a:defRPr>
            </a:lvl4pPr>
            <a:lvl5pPr>
              <a:defRPr sz="1200" b="0">
                <a:solidFill>
                  <a:srgbClr val="526878"/>
                </a:solidFill>
                <a:latin typeface="Arial"/>
                <a:ea typeface="Arial"/>
                <a:cs typeface="Arial"/>
              </a:defRPr>
            </a:lvl5pPr>
            <a:lvl6pPr>
              <a:defRPr sz="1200" b="0">
                <a:solidFill>
                  <a:srgbClr val="526878"/>
                </a:solidFill>
                <a:latin typeface="Arial"/>
                <a:ea typeface="Arial"/>
                <a:cs typeface="Arial"/>
              </a:defRPr>
            </a:lvl6pPr>
            <a:lvl7pPr>
              <a:defRPr sz="1200" b="0">
                <a:solidFill>
                  <a:srgbClr val="526878"/>
                </a:solidFill>
                <a:latin typeface="Arial"/>
                <a:ea typeface="Arial"/>
                <a:cs typeface="Arial"/>
              </a:defRPr>
            </a:lvl7pPr>
            <a:lvl8pPr>
              <a:defRPr sz="1200" b="0">
                <a:solidFill>
                  <a:srgbClr val="526878"/>
                </a:solidFill>
                <a:latin typeface="Arial"/>
                <a:ea typeface="Arial"/>
                <a:cs typeface="Arial"/>
              </a:defRPr>
            </a:lvl8pPr>
            <a:lvl9pPr>
              <a:defRPr sz="1200" b="0">
                <a:solidFill>
                  <a:srgbClr val="526878"/>
                </a:solidFill>
                <a:latin typeface="Arial"/>
                <a:ea typeface="Arial"/>
                <a:cs typeface="Arial"/>
              </a:defRPr>
            </a:lvl9pPr>
          </a:lstStyle>
          <a:p xmlns:a="http://schemas.openxmlformats.org/drawingml/2006/main">
            <a:pPr>
              <a:defRPr sz="1200" b="0">
                <a:solidFill>
                  <a:srgbClr val="526878"/>
                </a:solidFill>
                <a:latin typeface="Arial"/>
                <a:ea typeface="Arial"/>
                <a:cs typeface="Arial"/>
              </a:defRPr>
            </a:pPr>
            <a:r>
              <a:rPr sz="1200" b="0">
                <a:solidFill>
                  <a:srgbClr val="526878"/>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FDED7EA3-D742-4AAC-93B6-FFDF1F769F46}"/>
              </a:ext>
            </a:extLst>
          </p:cNvPr>
          <p:cNvSpPr>
            <a:spLocks xmlns:a="http://schemas.openxmlformats.org/drawingml/2006/main" noGrp="1"/>
          </p:cNvSpPr>
          <p:nvPr/>
        </p:nvSpPr>
        <p:spPr>
          <a:xfrm xmlns:a="http://schemas.openxmlformats.org/drawingml/2006/main">
            <a:off x="666750" y="22383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F7A"/>
                </a:solidFill>
                <a:latin typeface="Arial"/>
                <a:ea typeface="Arial"/>
                <a:cs typeface="Arial"/>
              </a:defRPr>
            </a:defPPr>
            <a:lvl1pPr>
              <a:defRPr sz="1350" b="1">
                <a:solidFill>
                  <a:srgbClr val="007F7A"/>
                </a:solidFill>
                <a:latin typeface="Arial"/>
                <a:ea typeface="Arial"/>
                <a:cs typeface="Arial"/>
              </a:defRPr>
            </a:lvl1pPr>
            <a:lvl2pPr>
              <a:defRPr sz="1350" b="1">
                <a:solidFill>
                  <a:srgbClr val="007F7A"/>
                </a:solidFill>
                <a:latin typeface="Arial"/>
                <a:ea typeface="Arial"/>
                <a:cs typeface="Arial"/>
              </a:defRPr>
            </a:lvl2pPr>
            <a:lvl3pPr>
              <a:defRPr sz="1350" b="1">
                <a:solidFill>
                  <a:srgbClr val="007F7A"/>
                </a:solidFill>
                <a:latin typeface="Arial"/>
                <a:ea typeface="Arial"/>
                <a:cs typeface="Arial"/>
              </a:defRPr>
            </a:lvl3pPr>
            <a:lvl4pPr>
              <a:defRPr sz="1350" b="1">
                <a:solidFill>
                  <a:srgbClr val="007F7A"/>
                </a:solidFill>
                <a:latin typeface="Arial"/>
                <a:ea typeface="Arial"/>
                <a:cs typeface="Arial"/>
              </a:defRPr>
            </a:lvl4pPr>
            <a:lvl5pPr>
              <a:defRPr sz="1350" b="1">
                <a:solidFill>
                  <a:srgbClr val="007F7A"/>
                </a:solidFill>
                <a:latin typeface="Arial"/>
                <a:ea typeface="Arial"/>
                <a:cs typeface="Arial"/>
              </a:defRPr>
            </a:lvl5pPr>
            <a:lvl6pPr>
              <a:defRPr sz="1350" b="1">
                <a:solidFill>
                  <a:srgbClr val="007F7A"/>
                </a:solidFill>
                <a:latin typeface="Arial"/>
                <a:ea typeface="Arial"/>
                <a:cs typeface="Arial"/>
              </a:defRPr>
            </a:lvl6pPr>
            <a:lvl7pPr>
              <a:defRPr sz="1350" b="1">
                <a:solidFill>
                  <a:srgbClr val="007F7A"/>
                </a:solidFill>
                <a:latin typeface="Arial"/>
                <a:ea typeface="Arial"/>
                <a:cs typeface="Arial"/>
              </a:defRPr>
            </a:lvl7pPr>
            <a:lvl8pPr>
              <a:defRPr sz="1350" b="1">
                <a:solidFill>
                  <a:srgbClr val="007F7A"/>
                </a:solidFill>
                <a:latin typeface="Arial"/>
                <a:ea typeface="Arial"/>
                <a:cs typeface="Arial"/>
              </a:defRPr>
            </a:lvl8pPr>
            <a:lvl9pPr>
              <a:defRPr sz="1350" b="1">
                <a:solidFill>
                  <a:srgbClr val="007F7A"/>
                </a:solidFill>
                <a:latin typeface="Arial"/>
                <a:ea typeface="Arial"/>
                <a:cs typeface="Arial"/>
              </a:defRPr>
            </a:lvl9pPr>
          </a:lstStyle>
          <a:p xmlns:a="http://schemas.openxmlformats.org/drawingml/2006/main">
            <a:pPr>
              <a:defRPr sz="1350" b="1">
                <a:solidFill>
                  <a:srgbClr val="007F7A"/>
                </a:solidFill>
                <a:latin typeface="Arial"/>
                <a:ea typeface="Arial"/>
                <a:cs typeface="Arial"/>
              </a:defRPr>
            </a:pPr>
            <a:r>
              <a:rPr sz="1350" b="1">
                <a:solidFill>
                  <a:srgbClr val="007F7A"/>
                </a:solidFill>
                <a:latin typeface="Arial"/>
                <a:ea typeface="Arial"/>
                <a:cs typeface="Arial"/>
              </a:rPr>
              <a:t>SOURCE</a:t>
            </a:r>
          </a:p>
        </p:txBody>
      </p:sp>
      <p:sp>
        <p:nvSpPr>
          <p:cNvPr id="5" name="">
            <a:extLst xmlns:a="http://schemas.openxmlformats.org/drawingml/2006/main">
              <a:ext uri="{FF2B5EF4-FFF2-40B4-BE49-F238E27FC236}">
                <a16:creationId xmlns:a16="http://schemas.microsoft.com/office/drawing/2014/main" id="{135AADA9-9FCF-477E-8AF7-69EC9F6FFDA3}"/>
              </a:ext>
            </a:extLst>
          </p:cNvPr>
          <p:cNvSpPr>
            <a:spLocks xmlns:a="http://schemas.openxmlformats.org/drawingml/2006/main" noGrp="1"/>
          </p:cNvSpPr>
          <p:nvPr/>
        </p:nvSpPr>
        <p:spPr>
          <a:xfrm xmlns:a="http://schemas.openxmlformats.org/drawingml/2006/main">
            <a:off x="666750" y="276225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364B"/>
                </a:solidFill>
                <a:latin typeface="Arial"/>
                <a:ea typeface="Arial"/>
                <a:cs typeface="Arial"/>
              </a:defRPr>
            </a:defPPr>
            <a:lvl1pPr>
              <a:defRPr sz="2850" b="1">
                <a:solidFill>
                  <a:srgbClr val="18364B"/>
                </a:solidFill>
                <a:latin typeface="Arial"/>
                <a:ea typeface="Arial"/>
                <a:cs typeface="Arial"/>
              </a:defRPr>
            </a:lvl1pPr>
            <a:lvl2pPr>
              <a:defRPr sz="2850" b="1">
                <a:solidFill>
                  <a:srgbClr val="18364B"/>
                </a:solidFill>
                <a:latin typeface="Arial"/>
                <a:ea typeface="Arial"/>
                <a:cs typeface="Arial"/>
              </a:defRPr>
            </a:lvl2pPr>
            <a:lvl3pPr>
              <a:defRPr sz="2850" b="1">
                <a:solidFill>
                  <a:srgbClr val="18364B"/>
                </a:solidFill>
                <a:latin typeface="Arial"/>
                <a:ea typeface="Arial"/>
                <a:cs typeface="Arial"/>
              </a:defRPr>
            </a:lvl3pPr>
            <a:lvl4pPr>
              <a:defRPr sz="2850" b="1">
                <a:solidFill>
                  <a:srgbClr val="18364B"/>
                </a:solidFill>
                <a:latin typeface="Arial"/>
                <a:ea typeface="Arial"/>
                <a:cs typeface="Arial"/>
              </a:defRPr>
            </a:lvl4pPr>
            <a:lvl5pPr>
              <a:defRPr sz="2850" b="1">
                <a:solidFill>
                  <a:srgbClr val="18364B"/>
                </a:solidFill>
                <a:latin typeface="Arial"/>
                <a:ea typeface="Arial"/>
                <a:cs typeface="Arial"/>
              </a:defRPr>
            </a:lvl5pPr>
            <a:lvl6pPr>
              <a:defRPr sz="2850" b="1">
                <a:solidFill>
                  <a:srgbClr val="18364B"/>
                </a:solidFill>
                <a:latin typeface="Arial"/>
                <a:ea typeface="Arial"/>
                <a:cs typeface="Arial"/>
              </a:defRPr>
            </a:lvl6pPr>
            <a:lvl7pPr>
              <a:defRPr sz="2850" b="1">
                <a:solidFill>
                  <a:srgbClr val="18364B"/>
                </a:solidFill>
                <a:latin typeface="Arial"/>
                <a:ea typeface="Arial"/>
                <a:cs typeface="Arial"/>
              </a:defRPr>
            </a:lvl7pPr>
            <a:lvl8pPr>
              <a:defRPr sz="2850" b="1">
                <a:solidFill>
                  <a:srgbClr val="18364B"/>
                </a:solidFill>
                <a:latin typeface="Arial"/>
                <a:ea typeface="Arial"/>
                <a:cs typeface="Arial"/>
              </a:defRPr>
            </a:lvl8pPr>
            <a:lvl9pPr>
              <a:defRPr sz="2850" b="1">
                <a:solidFill>
                  <a:srgbClr val="18364B"/>
                </a:solidFill>
                <a:latin typeface="Arial"/>
                <a:ea typeface="Arial"/>
                <a:cs typeface="Arial"/>
              </a:defRPr>
            </a:lvl9pPr>
          </a:lstStyle>
          <a:p xmlns:a="http://schemas.openxmlformats.org/drawingml/2006/main">
            <a:pPr>
              <a:defRPr sz="2850" b="1">
                <a:solidFill>
                  <a:srgbClr val="18364B"/>
                </a:solidFill>
                <a:latin typeface="Arial"/>
                <a:ea typeface="Arial"/>
                <a:cs typeface="Arial"/>
              </a:defRPr>
            </a:pPr>
            <a:r>
              <a:rPr sz="2850" b="1">
                <a:solidFill>
                  <a:srgbClr val="18364B"/>
                </a:solidFill>
                <a:latin typeface="Arial"/>
                <a:ea typeface="Arial"/>
                <a:cs typeface="Arial"/>
              </a:rPr>
              <a:t>An English sentence</a:t>
            </a:r>
          </a:p>
        </p:txBody>
      </p:sp>
      <p:sp>
        <p:nvSpPr>
          <p:cNvPr id="6" name="">
            <a:extLst xmlns:a="http://schemas.openxmlformats.org/drawingml/2006/main">
              <a:ext uri="{FF2B5EF4-FFF2-40B4-BE49-F238E27FC236}">
                <a16:creationId xmlns:a16="http://schemas.microsoft.com/office/drawing/2014/main" id="{6536D2CF-6C1B-45F2-BACA-7FF73CD7D502}"/>
              </a:ext>
            </a:extLst>
          </p:cNvPr>
          <p:cNvSpPr>
            <a:spLocks xmlns:a="http://schemas.openxmlformats.org/drawingml/2006/main" noGrp="1"/>
          </p:cNvSpPr>
          <p:nvPr/>
        </p:nvSpPr>
        <p:spPr>
          <a:xfrm xmlns:a="http://schemas.openxmlformats.org/drawingml/2006/main">
            <a:off x="6762750" y="223837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F7A"/>
                </a:solidFill>
                <a:latin typeface="Arial"/>
                <a:ea typeface="Arial"/>
                <a:cs typeface="Arial"/>
              </a:defRPr>
            </a:defPPr>
            <a:lvl1pPr>
              <a:defRPr sz="1350" b="1">
                <a:solidFill>
                  <a:srgbClr val="007F7A"/>
                </a:solidFill>
                <a:latin typeface="Arial"/>
                <a:ea typeface="Arial"/>
                <a:cs typeface="Arial"/>
              </a:defRPr>
            </a:lvl1pPr>
            <a:lvl2pPr>
              <a:defRPr sz="1350" b="1">
                <a:solidFill>
                  <a:srgbClr val="007F7A"/>
                </a:solidFill>
                <a:latin typeface="Arial"/>
                <a:ea typeface="Arial"/>
                <a:cs typeface="Arial"/>
              </a:defRPr>
            </a:lvl2pPr>
            <a:lvl3pPr>
              <a:defRPr sz="1350" b="1">
                <a:solidFill>
                  <a:srgbClr val="007F7A"/>
                </a:solidFill>
                <a:latin typeface="Arial"/>
                <a:ea typeface="Arial"/>
                <a:cs typeface="Arial"/>
              </a:defRPr>
            </a:lvl3pPr>
            <a:lvl4pPr>
              <a:defRPr sz="1350" b="1">
                <a:solidFill>
                  <a:srgbClr val="007F7A"/>
                </a:solidFill>
                <a:latin typeface="Arial"/>
                <a:ea typeface="Arial"/>
                <a:cs typeface="Arial"/>
              </a:defRPr>
            </a:lvl4pPr>
            <a:lvl5pPr>
              <a:defRPr sz="1350" b="1">
                <a:solidFill>
                  <a:srgbClr val="007F7A"/>
                </a:solidFill>
                <a:latin typeface="Arial"/>
                <a:ea typeface="Arial"/>
                <a:cs typeface="Arial"/>
              </a:defRPr>
            </a:lvl5pPr>
            <a:lvl6pPr>
              <a:defRPr sz="1350" b="1">
                <a:solidFill>
                  <a:srgbClr val="007F7A"/>
                </a:solidFill>
                <a:latin typeface="Arial"/>
                <a:ea typeface="Arial"/>
                <a:cs typeface="Arial"/>
              </a:defRPr>
            </a:lvl6pPr>
            <a:lvl7pPr>
              <a:defRPr sz="1350" b="1">
                <a:solidFill>
                  <a:srgbClr val="007F7A"/>
                </a:solidFill>
                <a:latin typeface="Arial"/>
                <a:ea typeface="Arial"/>
                <a:cs typeface="Arial"/>
              </a:defRPr>
            </a:lvl7pPr>
            <a:lvl8pPr>
              <a:defRPr sz="1350" b="1">
                <a:solidFill>
                  <a:srgbClr val="007F7A"/>
                </a:solidFill>
                <a:latin typeface="Arial"/>
                <a:ea typeface="Arial"/>
                <a:cs typeface="Arial"/>
              </a:defRPr>
            </a:lvl8pPr>
            <a:lvl9pPr>
              <a:defRPr sz="1350" b="1">
                <a:solidFill>
                  <a:srgbClr val="007F7A"/>
                </a:solidFill>
                <a:latin typeface="Arial"/>
                <a:ea typeface="Arial"/>
                <a:cs typeface="Arial"/>
              </a:defRPr>
            </a:lvl9pPr>
          </a:lstStyle>
          <a:p xmlns:a="http://schemas.openxmlformats.org/drawingml/2006/main">
            <a:pPr>
              <a:defRPr sz="1350" b="1">
                <a:solidFill>
                  <a:srgbClr val="007F7A"/>
                </a:solidFill>
                <a:latin typeface="Arial"/>
                <a:ea typeface="Arial"/>
                <a:cs typeface="Arial"/>
              </a:defRPr>
            </a:pPr>
            <a:r>
              <a:rPr sz="1350" b="1">
                <a:solidFill>
                  <a:srgbClr val="007F7A"/>
                </a:solidFill>
                <a:latin typeface="Arial"/>
                <a:ea typeface="Arial"/>
                <a:cs typeface="Arial"/>
              </a:rPr>
              <a:t>TARGET</a:t>
            </a:r>
          </a:p>
        </p:txBody>
      </p:sp>
      <p:sp>
        <p:nvSpPr>
          <p:cNvPr id="7" name="">
            <a:extLst xmlns:a="http://schemas.openxmlformats.org/drawingml/2006/main">
              <a:ext uri="{FF2B5EF4-FFF2-40B4-BE49-F238E27FC236}">
                <a16:creationId xmlns:a16="http://schemas.microsoft.com/office/drawing/2014/main" id="{FB20457E-E318-4038-9BB9-3C29BBCD8881}"/>
              </a:ext>
            </a:extLst>
          </p:cNvPr>
          <p:cNvSpPr>
            <a:spLocks xmlns:a="http://schemas.openxmlformats.org/drawingml/2006/main" noGrp="1"/>
          </p:cNvSpPr>
          <p:nvPr/>
        </p:nvSpPr>
        <p:spPr>
          <a:xfrm xmlns:a="http://schemas.openxmlformats.org/drawingml/2006/main">
            <a:off x="6762750" y="2762250"/>
            <a:ext cx="4762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8364B"/>
                </a:solidFill>
                <a:latin typeface="Arial"/>
                <a:ea typeface="Arial"/>
                <a:cs typeface="Arial"/>
              </a:defRPr>
            </a:defPPr>
            <a:lvl1pPr>
              <a:defRPr sz="2850" b="1">
                <a:solidFill>
                  <a:srgbClr val="18364B"/>
                </a:solidFill>
                <a:latin typeface="Arial"/>
                <a:ea typeface="Arial"/>
                <a:cs typeface="Arial"/>
              </a:defRPr>
            </a:lvl1pPr>
            <a:lvl2pPr>
              <a:defRPr sz="2850" b="1">
                <a:solidFill>
                  <a:srgbClr val="18364B"/>
                </a:solidFill>
                <a:latin typeface="Arial"/>
                <a:ea typeface="Arial"/>
                <a:cs typeface="Arial"/>
              </a:defRPr>
            </a:lvl2pPr>
            <a:lvl3pPr>
              <a:defRPr sz="2850" b="1">
                <a:solidFill>
                  <a:srgbClr val="18364B"/>
                </a:solidFill>
                <a:latin typeface="Arial"/>
                <a:ea typeface="Arial"/>
                <a:cs typeface="Arial"/>
              </a:defRPr>
            </a:lvl3pPr>
            <a:lvl4pPr>
              <a:defRPr sz="2850" b="1">
                <a:solidFill>
                  <a:srgbClr val="18364B"/>
                </a:solidFill>
                <a:latin typeface="Arial"/>
                <a:ea typeface="Arial"/>
                <a:cs typeface="Arial"/>
              </a:defRPr>
            </a:lvl4pPr>
            <a:lvl5pPr>
              <a:defRPr sz="2850" b="1">
                <a:solidFill>
                  <a:srgbClr val="18364B"/>
                </a:solidFill>
                <a:latin typeface="Arial"/>
                <a:ea typeface="Arial"/>
                <a:cs typeface="Arial"/>
              </a:defRPr>
            </a:lvl5pPr>
            <a:lvl6pPr>
              <a:defRPr sz="2850" b="1">
                <a:solidFill>
                  <a:srgbClr val="18364B"/>
                </a:solidFill>
                <a:latin typeface="Arial"/>
                <a:ea typeface="Arial"/>
                <a:cs typeface="Arial"/>
              </a:defRPr>
            </a:lvl6pPr>
            <a:lvl7pPr>
              <a:defRPr sz="2850" b="1">
                <a:solidFill>
                  <a:srgbClr val="18364B"/>
                </a:solidFill>
                <a:latin typeface="Arial"/>
                <a:ea typeface="Arial"/>
                <a:cs typeface="Arial"/>
              </a:defRPr>
            </a:lvl7pPr>
            <a:lvl8pPr>
              <a:defRPr sz="2850" b="1">
                <a:solidFill>
                  <a:srgbClr val="18364B"/>
                </a:solidFill>
                <a:latin typeface="Arial"/>
                <a:ea typeface="Arial"/>
                <a:cs typeface="Arial"/>
              </a:defRPr>
            </a:lvl8pPr>
            <a:lvl9pPr>
              <a:defRPr sz="2850" b="1">
                <a:solidFill>
                  <a:srgbClr val="18364B"/>
                </a:solidFill>
                <a:latin typeface="Arial"/>
                <a:ea typeface="Arial"/>
                <a:cs typeface="Arial"/>
              </a:defRPr>
            </a:lvl9pPr>
          </a:lstStyle>
          <a:p xmlns:a="http://schemas.openxmlformats.org/drawingml/2006/main">
            <a:pPr>
              <a:defRPr sz="2850" b="1">
                <a:solidFill>
                  <a:srgbClr val="18364B"/>
                </a:solidFill>
                <a:latin typeface="Arial"/>
                <a:ea typeface="Arial"/>
                <a:cs typeface="Arial"/>
              </a:defRPr>
            </a:pPr>
            <a:r>
              <a:rPr sz="2850" b="1">
                <a:solidFill>
                  <a:srgbClr val="18364B"/>
                </a:solidFill>
                <a:latin typeface="Arial"/>
                <a:ea typeface="Arial"/>
                <a:cs typeface="Arial"/>
              </a:rPr>
              <a:t>Moroccan Darija</a:t>
            </a:r>
          </a:p>
          <a:p xmlns:a="http://schemas.openxmlformats.org/drawingml/2006/main">
            <a:pPr>
              <a:defRPr sz="2850" b="1">
                <a:solidFill>
                  <a:srgbClr val="18364B"/>
                </a:solidFill>
                <a:latin typeface="Arial"/>
                <a:ea typeface="Arial"/>
                <a:cs typeface="Arial"/>
              </a:defRPr>
            </a:pPr>
            <a:r>
              <a:rPr sz="2850" b="1">
                <a:solidFill>
                  <a:srgbClr val="18364B"/>
                </a:solidFill>
                <a:latin typeface="Arial"/>
                <a:ea typeface="Arial"/>
                <a:cs typeface="Arial"/>
              </a:rPr>
              <a:t>in Latin script</a:t>
            </a:r>
          </a:p>
        </p:txBody>
      </p:sp>
      <p:sp>
        <p:nvSpPr>
          <p:cNvPr id="8" name="">
            <a:extLst xmlns:a="http://schemas.openxmlformats.org/drawingml/2006/main">
              <a:ext uri="{FF2B5EF4-FFF2-40B4-BE49-F238E27FC236}">
                <a16:creationId xmlns:a16="http://schemas.microsoft.com/office/drawing/2014/main" id="{65214258-BFB8-47B9-A799-1C966B6E3A30}"/>
              </a:ext>
            </a:extLst>
          </p:cNvPr>
          <p:cNvSpPr>
            <a:spLocks xmlns:a="http://schemas.openxmlformats.org/drawingml/2006/main" noGrp="1"/>
          </p:cNvSpPr>
          <p:nvPr/>
        </p:nvSpPr>
        <p:spPr>
          <a:xfrm xmlns:a="http://schemas.openxmlformats.org/drawingml/2006/main">
            <a:off x="666750" y="452437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8364B"/>
                </a:solidFill>
                <a:latin typeface="Arial"/>
                <a:ea typeface="Arial"/>
                <a:cs typeface="Arial"/>
              </a:defRPr>
            </a:defPPr>
            <a:lvl1pPr>
              <a:defRPr sz="1800" b="1">
                <a:solidFill>
                  <a:srgbClr val="18364B"/>
                </a:solidFill>
                <a:latin typeface="Arial"/>
                <a:ea typeface="Arial"/>
                <a:cs typeface="Arial"/>
              </a:defRPr>
            </a:lvl1pPr>
            <a:lvl2pPr>
              <a:defRPr sz="1800" b="1">
                <a:solidFill>
                  <a:srgbClr val="18364B"/>
                </a:solidFill>
                <a:latin typeface="Arial"/>
                <a:ea typeface="Arial"/>
                <a:cs typeface="Arial"/>
              </a:defRPr>
            </a:lvl2pPr>
            <a:lvl3pPr>
              <a:defRPr sz="1800" b="1">
                <a:solidFill>
                  <a:srgbClr val="18364B"/>
                </a:solidFill>
                <a:latin typeface="Arial"/>
                <a:ea typeface="Arial"/>
                <a:cs typeface="Arial"/>
              </a:defRPr>
            </a:lvl3pPr>
            <a:lvl4pPr>
              <a:defRPr sz="1800" b="1">
                <a:solidFill>
                  <a:srgbClr val="18364B"/>
                </a:solidFill>
                <a:latin typeface="Arial"/>
                <a:ea typeface="Arial"/>
                <a:cs typeface="Arial"/>
              </a:defRPr>
            </a:lvl4pPr>
            <a:lvl5pPr>
              <a:defRPr sz="1800" b="1">
                <a:solidFill>
                  <a:srgbClr val="18364B"/>
                </a:solidFill>
                <a:latin typeface="Arial"/>
                <a:ea typeface="Arial"/>
                <a:cs typeface="Arial"/>
              </a:defRPr>
            </a:lvl5pPr>
            <a:lvl6pPr>
              <a:defRPr sz="1800" b="1">
                <a:solidFill>
                  <a:srgbClr val="18364B"/>
                </a:solidFill>
                <a:latin typeface="Arial"/>
                <a:ea typeface="Arial"/>
                <a:cs typeface="Arial"/>
              </a:defRPr>
            </a:lvl6pPr>
            <a:lvl7pPr>
              <a:defRPr sz="1800" b="1">
                <a:solidFill>
                  <a:srgbClr val="18364B"/>
                </a:solidFill>
                <a:latin typeface="Arial"/>
                <a:ea typeface="Arial"/>
                <a:cs typeface="Arial"/>
              </a:defRPr>
            </a:lvl7pPr>
            <a:lvl8pPr>
              <a:defRPr sz="1800" b="1">
                <a:solidFill>
                  <a:srgbClr val="18364B"/>
                </a:solidFill>
                <a:latin typeface="Arial"/>
                <a:ea typeface="Arial"/>
                <a:cs typeface="Arial"/>
              </a:defRPr>
            </a:lvl8pPr>
            <a:lvl9pPr>
              <a:defRPr sz="1800" b="1">
                <a:solidFill>
                  <a:srgbClr val="18364B"/>
                </a:solidFill>
                <a:latin typeface="Arial"/>
                <a:ea typeface="Arial"/>
                <a:cs typeface="Arial"/>
              </a:defRPr>
            </a:lvl9pPr>
          </a:lstStyle>
          <a:p xmlns:a="http://schemas.openxmlformats.org/drawingml/2006/main">
            <a:pPr>
              <a:defRPr sz="1800" b="1">
                <a:solidFill>
                  <a:srgbClr val="18364B"/>
                </a:solidFill>
                <a:latin typeface="Arial"/>
                <a:ea typeface="Arial"/>
                <a:cs typeface="Arial"/>
              </a:defRPr>
            </a:pPr>
            <a:r>
              <a:rPr sz="1800" b="1">
                <a:solidFill>
                  <a:srgbClr val="18364B"/>
                </a:solidFill>
                <a:latin typeface="Arial"/>
                <a:ea typeface="Arial"/>
                <a:cs typeface="Arial"/>
              </a:rPr>
              <a:t>Dataset columns</a:t>
            </a:r>
          </a:p>
        </p:txBody>
      </p:sp>
      <p:sp>
        <p:nvSpPr>
          <p:cNvPr id="9" name="">
            <a:extLst xmlns:a="http://schemas.openxmlformats.org/drawingml/2006/main">
              <a:ext uri="{FF2B5EF4-FFF2-40B4-BE49-F238E27FC236}">
                <a16:creationId xmlns:a16="http://schemas.microsoft.com/office/drawing/2014/main" id="{330F2D0B-7E09-42C7-AC02-49A276063C85}"/>
              </a:ext>
            </a:extLst>
          </p:cNvPr>
          <p:cNvSpPr>
            <a:spLocks xmlns:a="http://schemas.openxmlformats.org/drawingml/2006/main" noGrp="1"/>
          </p:cNvSpPr>
          <p:nvPr/>
        </p:nvSpPr>
        <p:spPr>
          <a:xfrm xmlns:a="http://schemas.openxmlformats.org/drawingml/2006/main">
            <a:off x="666750" y="5095875"/>
            <a:ext cx="4000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8364B"/>
                </a:solidFill>
                <a:latin typeface="Arial"/>
                <a:ea typeface="Arial"/>
                <a:cs typeface="Arial"/>
              </a:defRPr>
            </a:defPPr>
            <a:lvl1pPr>
              <a:defRPr sz="3150" b="1">
                <a:solidFill>
                  <a:srgbClr val="18364B"/>
                </a:solidFill>
                <a:latin typeface="Arial"/>
                <a:ea typeface="Arial"/>
                <a:cs typeface="Arial"/>
              </a:defRPr>
            </a:lvl1pPr>
            <a:lvl2pPr>
              <a:defRPr sz="3150" b="1">
                <a:solidFill>
                  <a:srgbClr val="18364B"/>
                </a:solidFill>
                <a:latin typeface="Arial"/>
                <a:ea typeface="Arial"/>
                <a:cs typeface="Arial"/>
              </a:defRPr>
            </a:lvl2pPr>
            <a:lvl3pPr>
              <a:defRPr sz="3150" b="1">
                <a:solidFill>
                  <a:srgbClr val="18364B"/>
                </a:solidFill>
                <a:latin typeface="Arial"/>
                <a:ea typeface="Arial"/>
                <a:cs typeface="Arial"/>
              </a:defRPr>
            </a:lvl3pPr>
            <a:lvl4pPr>
              <a:defRPr sz="3150" b="1">
                <a:solidFill>
                  <a:srgbClr val="18364B"/>
                </a:solidFill>
                <a:latin typeface="Arial"/>
                <a:ea typeface="Arial"/>
                <a:cs typeface="Arial"/>
              </a:defRPr>
            </a:lvl4pPr>
            <a:lvl5pPr>
              <a:defRPr sz="3150" b="1">
                <a:solidFill>
                  <a:srgbClr val="18364B"/>
                </a:solidFill>
                <a:latin typeface="Arial"/>
                <a:ea typeface="Arial"/>
                <a:cs typeface="Arial"/>
              </a:defRPr>
            </a:lvl5pPr>
            <a:lvl6pPr>
              <a:defRPr sz="3150" b="1">
                <a:solidFill>
                  <a:srgbClr val="18364B"/>
                </a:solidFill>
                <a:latin typeface="Arial"/>
                <a:ea typeface="Arial"/>
                <a:cs typeface="Arial"/>
              </a:defRPr>
            </a:lvl6pPr>
            <a:lvl7pPr>
              <a:defRPr sz="3150" b="1">
                <a:solidFill>
                  <a:srgbClr val="18364B"/>
                </a:solidFill>
                <a:latin typeface="Arial"/>
                <a:ea typeface="Arial"/>
                <a:cs typeface="Arial"/>
              </a:defRPr>
            </a:lvl7pPr>
            <a:lvl8pPr>
              <a:defRPr sz="3150" b="1">
                <a:solidFill>
                  <a:srgbClr val="18364B"/>
                </a:solidFill>
                <a:latin typeface="Arial"/>
                <a:ea typeface="Arial"/>
                <a:cs typeface="Arial"/>
              </a:defRPr>
            </a:lvl8pPr>
            <a:lvl9pPr>
              <a:defRPr sz="3150" b="1">
                <a:solidFill>
                  <a:srgbClr val="18364B"/>
                </a:solidFill>
                <a:latin typeface="Arial"/>
                <a:ea typeface="Arial"/>
                <a:cs typeface="Arial"/>
              </a:defRPr>
            </a:lvl9pPr>
          </a:lstStyle>
          <a:p xmlns:a="http://schemas.openxmlformats.org/drawingml/2006/main">
            <a:pPr>
              <a:defRPr sz="3150" b="1">
                <a:solidFill>
                  <a:srgbClr val="18364B"/>
                </a:solidFill>
                <a:latin typeface="Arial"/>
                <a:ea typeface="Arial"/>
                <a:cs typeface="Arial"/>
              </a:defRPr>
            </a:pPr>
            <a:r>
              <a:rPr sz="3150" b="1">
                <a:solidFill>
                  <a:srgbClr val="18364B"/>
                </a:solidFill>
                <a:latin typeface="Arial"/>
                <a:ea typeface="Arial"/>
                <a:cs typeface="Arial"/>
              </a:rPr>
              <a:t>eng</a:t>
            </a:r>
          </a:p>
        </p:txBody>
      </p:sp>
      <p:sp>
        <p:nvSpPr>
          <p:cNvPr id="10" name="">
            <a:extLst xmlns:a="http://schemas.openxmlformats.org/drawingml/2006/main">
              <a:ext uri="{FF2B5EF4-FFF2-40B4-BE49-F238E27FC236}">
                <a16:creationId xmlns:a16="http://schemas.microsoft.com/office/drawing/2014/main" id="{BE1057BD-4F48-4D3E-B2A3-B8B62D348EC2}"/>
              </a:ext>
            </a:extLst>
          </p:cNvPr>
          <p:cNvSpPr>
            <a:spLocks xmlns:a="http://schemas.openxmlformats.org/drawingml/2006/main" noGrp="1"/>
          </p:cNvSpPr>
          <p:nvPr/>
        </p:nvSpPr>
        <p:spPr>
          <a:xfrm xmlns:a="http://schemas.openxmlformats.org/drawingml/2006/main">
            <a:off x="6762750" y="5095875"/>
            <a:ext cx="4191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007F7A"/>
                </a:solidFill>
                <a:latin typeface="Arial"/>
                <a:ea typeface="Arial"/>
                <a:cs typeface="Arial"/>
              </a:defRPr>
            </a:defPPr>
            <a:lvl1pPr>
              <a:defRPr sz="3150" b="1">
                <a:solidFill>
                  <a:srgbClr val="007F7A"/>
                </a:solidFill>
                <a:latin typeface="Arial"/>
                <a:ea typeface="Arial"/>
                <a:cs typeface="Arial"/>
              </a:defRPr>
            </a:lvl1pPr>
            <a:lvl2pPr>
              <a:defRPr sz="3150" b="1">
                <a:solidFill>
                  <a:srgbClr val="007F7A"/>
                </a:solidFill>
                <a:latin typeface="Arial"/>
                <a:ea typeface="Arial"/>
                <a:cs typeface="Arial"/>
              </a:defRPr>
            </a:lvl2pPr>
            <a:lvl3pPr>
              <a:defRPr sz="3150" b="1">
                <a:solidFill>
                  <a:srgbClr val="007F7A"/>
                </a:solidFill>
                <a:latin typeface="Arial"/>
                <a:ea typeface="Arial"/>
                <a:cs typeface="Arial"/>
              </a:defRPr>
            </a:lvl3pPr>
            <a:lvl4pPr>
              <a:defRPr sz="3150" b="1">
                <a:solidFill>
                  <a:srgbClr val="007F7A"/>
                </a:solidFill>
                <a:latin typeface="Arial"/>
                <a:ea typeface="Arial"/>
                <a:cs typeface="Arial"/>
              </a:defRPr>
            </a:lvl4pPr>
            <a:lvl5pPr>
              <a:defRPr sz="3150" b="1">
                <a:solidFill>
                  <a:srgbClr val="007F7A"/>
                </a:solidFill>
                <a:latin typeface="Arial"/>
                <a:ea typeface="Arial"/>
                <a:cs typeface="Arial"/>
              </a:defRPr>
            </a:lvl5pPr>
            <a:lvl6pPr>
              <a:defRPr sz="3150" b="1">
                <a:solidFill>
                  <a:srgbClr val="007F7A"/>
                </a:solidFill>
                <a:latin typeface="Arial"/>
                <a:ea typeface="Arial"/>
                <a:cs typeface="Arial"/>
              </a:defRPr>
            </a:lvl6pPr>
            <a:lvl7pPr>
              <a:defRPr sz="3150" b="1">
                <a:solidFill>
                  <a:srgbClr val="007F7A"/>
                </a:solidFill>
                <a:latin typeface="Arial"/>
                <a:ea typeface="Arial"/>
                <a:cs typeface="Arial"/>
              </a:defRPr>
            </a:lvl7pPr>
            <a:lvl8pPr>
              <a:defRPr sz="3150" b="1">
                <a:solidFill>
                  <a:srgbClr val="007F7A"/>
                </a:solidFill>
                <a:latin typeface="Arial"/>
                <a:ea typeface="Arial"/>
                <a:cs typeface="Arial"/>
              </a:defRPr>
            </a:lvl8pPr>
            <a:lvl9pPr>
              <a:defRPr sz="3150" b="1">
                <a:solidFill>
                  <a:srgbClr val="007F7A"/>
                </a:solidFill>
                <a:latin typeface="Arial"/>
                <a:ea typeface="Arial"/>
                <a:cs typeface="Arial"/>
              </a:defRPr>
            </a:lvl9pPr>
          </a:lstStyle>
          <a:p xmlns:a="http://schemas.openxmlformats.org/drawingml/2006/main">
            <a:pPr>
              <a:defRPr sz="3150" b="1">
                <a:solidFill>
                  <a:srgbClr val="007F7A"/>
                </a:solidFill>
                <a:latin typeface="Arial"/>
                <a:ea typeface="Arial"/>
                <a:cs typeface="Arial"/>
              </a:defRPr>
            </a:pPr>
            <a:r>
              <a:rPr sz="3150" b="1">
                <a:solidFill>
                  <a:srgbClr val="007F7A"/>
                </a:solidFill>
                <a:latin typeface="Arial"/>
                <a:ea typeface="Arial"/>
                <a:cs typeface="Arial"/>
              </a:rPr>
              <a:t>darija</a:t>
            </a:r>
          </a:p>
        </p:txBody>
      </p:sp>
    </p:spTree>
    <p:extLst>
      <p:ext uri="{BB962C8B-B14F-4D97-AF65-F5344CB8AC3E}">
        <p14:creationId xmlns:p14="http://schemas.microsoft.com/office/powerpoint/2010/main" val="946239110"/>
      </p:ext>
    </p:extLst>
  </p:cSld>
</p:sld>
</file>

<file path=ppt/slides/slide3.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1DC3FC6-A7A5-4E61-A4BD-42E206F7C5B2}"/>
              </a:ext>
            </a:extLst>
          </p:cNvPr>
          <p:cNvSpPr>
            <a:spLocks xmlns:a="http://schemas.openxmlformats.org/drawingml/2006/main" noGrp="1"/>
          </p:cNvSpPr>
          <p:nvPr/>
        </p:nvSpPr>
        <p:spPr>
          <a:xfrm xmlns:a="http://schemas.openxmlformats.org/drawingml/2006/main">
            <a:off x="609600" y="3238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7A"/>
                </a:solidFill>
                <a:latin typeface="Arial"/>
                <a:ea typeface="Arial"/>
                <a:cs typeface="Arial"/>
              </a:defRPr>
            </a:defPPr>
            <a:lvl1pPr>
              <a:defRPr sz="1275" b="1">
                <a:solidFill>
                  <a:srgbClr val="007F7A"/>
                </a:solidFill>
                <a:latin typeface="Arial"/>
                <a:ea typeface="Arial"/>
                <a:cs typeface="Arial"/>
              </a:defRPr>
            </a:lvl1pPr>
            <a:lvl2pPr>
              <a:defRPr sz="1275" b="1">
                <a:solidFill>
                  <a:srgbClr val="007F7A"/>
                </a:solidFill>
                <a:latin typeface="Arial"/>
                <a:ea typeface="Arial"/>
                <a:cs typeface="Arial"/>
              </a:defRPr>
            </a:lvl2pPr>
            <a:lvl3pPr>
              <a:defRPr sz="1275" b="1">
                <a:solidFill>
                  <a:srgbClr val="007F7A"/>
                </a:solidFill>
                <a:latin typeface="Arial"/>
                <a:ea typeface="Arial"/>
                <a:cs typeface="Arial"/>
              </a:defRPr>
            </a:lvl3pPr>
            <a:lvl4pPr>
              <a:defRPr sz="1275" b="1">
                <a:solidFill>
                  <a:srgbClr val="007F7A"/>
                </a:solidFill>
                <a:latin typeface="Arial"/>
                <a:ea typeface="Arial"/>
                <a:cs typeface="Arial"/>
              </a:defRPr>
            </a:lvl4pPr>
            <a:lvl5pPr>
              <a:defRPr sz="1275" b="1">
                <a:solidFill>
                  <a:srgbClr val="007F7A"/>
                </a:solidFill>
                <a:latin typeface="Arial"/>
                <a:ea typeface="Arial"/>
                <a:cs typeface="Arial"/>
              </a:defRPr>
            </a:lvl5pPr>
            <a:lvl6pPr>
              <a:defRPr sz="1275" b="1">
                <a:solidFill>
                  <a:srgbClr val="007F7A"/>
                </a:solidFill>
                <a:latin typeface="Arial"/>
                <a:ea typeface="Arial"/>
                <a:cs typeface="Arial"/>
              </a:defRPr>
            </a:lvl6pPr>
            <a:lvl7pPr>
              <a:defRPr sz="1275" b="1">
                <a:solidFill>
                  <a:srgbClr val="007F7A"/>
                </a:solidFill>
                <a:latin typeface="Arial"/>
                <a:ea typeface="Arial"/>
                <a:cs typeface="Arial"/>
              </a:defRPr>
            </a:lvl7pPr>
            <a:lvl8pPr>
              <a:defRPr sz="1275" b="1">
                <a:solidFill>
                  <a:srgbClr val="007F7A"/>
                </a:solidFill>
                <a:latin typeface="Arial"/>
                <a:ea typeface="Arial"/>
                <a:cs typeface="Arial"/>
              </a:defRPr>
            </a:lvl8pPr>
            <a:lvl9pPr>
              <a:defRPr sz="1275" b="1">
                <a:solidFill>
                  <a:srgbClr val="007F7A"/>
                </a:solidFill>
                <a:latin typeface="Arial"/>
                <a:ea typeface="Arial"/>
                <a:cs typeface="Arial"/>
              </a:defRPr>
            </a:lvl9pPr>
          </a:lstStyle>
          <a:p xmlns:a="http://schemas.openxmlformats.org/drawingml/2006/main">
            <a:pPr>
              <a:defRPr sz="1275" b="1">
                <a:solidFill>
                  <a:srgbClr val="007F7A"/>
                </a:solidFill>
                <a:latin typeface="Arial"/>
                <a:ea typeface="Arial"/>
                <a:cs typeface="Arial"/>
              </a:defRPr>
            </a:pPr>
            <a:r>
              <a:rPr sz="1275" b="1">
                <a:solidFill>
                  <a:srgbClr val="007F7A"/>
                </a:solidFill>
                <a:latin typeface="Arial"/>
                <a:ea typeface="Arial"/>
                <a:cs typeface="Arial"/>
              </a:rPr>
              <a:t>02 / DATA EXPLORATION</a:t>
            </a:r>
          </a:p>
        </p:txBody>
      </p:sp>
      <p:sp>
        <p:nvSpPr>
          <p:cNvPr id="2" name="">
            <a:extLst xmlns:a="http://schemas.openxmlformats.org/drawingml/2006/main">
              <a:ext uri="{FF2B5EF4-FFF2-40B4-BE49-F238E27FC236}">
                <a16:creationId xmlns:a16="http://schemas.microsoft.com/office/drawing/2014/main" id="{06F57AED-9BAB-4A43-B892-3538667A8D57}"/>
              </a:ext>
            </a:extLst>
          </p:cNvPr>
          <p:cNvSpPr>
            <a:spLocks xmlns:a="http://schemas.openxmlformats.org/drawingml/2006/main" noGrp="1"/>
          </p:cNvSpPr>
          <p:nvPr/>
        </p:nvSpPr>
        <p:spPr>
          <a:xfrm xmlns:a="http://schemas.openxmlformats.org/drawingml/2006/main">
            <a:off x="609600" y="85725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18364B"/>
                </a:solidFill>
                <a:latin typeface="Arial"/>
                <a:ea typeface="Arial"/>
                <a:cs typeface="Arial"/>
              </a:defRPr>
            </a:defPPr>
            <a:lvl1pPr>
              <a:defRPr sz="3525" b="1">
                <a:solidFill>
                  <a:srgbClr val="18364B"/>
                </a:solidFill>
                <a:latin typeface="Arial"/>
                <a:ea typeface="Arial"/>
                <a:cs typeface="Arial"/>
              </a:defRPr>
            </a:lvl1pPr>
            <a:lvl2pPr>
              <a:defRPr sz="3525" b="1">
                <a:solidFill>
                  <a:srgbClr val="18364B"/>
                </a:solidFill>
                <a:latin typeface="Arial"/>
                <a:ea typeface="Arial"/>
                <a:cs typeface="Arial"/>
              </a:defRPr>
            </a:lvl2pPr>
            <a:lvl3pPr>
              <a:defRPr sz="3525" b="1">
                <a:solidFill>
                  <a:srgbClr val="18364B"/>
                </a:solidFill>
                <a:latin typeface="Arial"/>
                <a:ea typeface="Arial"/>
                <a:cs typeface="Arial"/>
              </a:defRPr>
            </a:lvl3pPr>
            <a:lvl4pPr>
              <a:defRPr sz="3525" b="1">
                <a:solidFill>
                  <a:srgbClr val="18364B"/>
                </a:solidFill>
                <a:latin typeface="Arial"/>
                <a:ea typeface="Arial"/>
                <a:cs typeface="Arial"/>
              </a:defRPr>
            </a:lvl4pPr>
            <a:lvl5pPr>
              <a:defRPr sz="3525" b="1">
                <a:solidFill>
                  <a:srgbClr val="18364B"/>
                </a:solidFill>
                <a:latin typeface="Arial"/>
                <a:ea typeface="Arial"/>
                <a:cs typeface="Arial"/>
              </a:defRPr>
            </a:lvl5pPr>
            <a:lvl6pPr>
              <a:defRPr sz="3525" b="1">
                <a:solidFill>
                  <a:srgbClr val="18364B"/>
                </a:solidFill>
                <a:latin typeface="Arial"/>
                <a:ea typeface="Arial"/>
                <a:cs typeface="Arial"/>
              </a:defRPr>
            </a:lvl6pPr>
            <a:lvl7pPr>
              <a:defRPr sz="3525" b="1">
                <a:solidFill>
                  <a:srgbClr val="18364B"/>
                </a:solidFill>
                <a:latin typeface="Arial"/>
                <a:ea typeface="Arial"/>
                <a:cs typeface="Arial"/>
              </a:defRPr>
            </a:lvl7pPr>
            <a:lvl8pPr>
              <a:defRPr sz="3525" b="1">
                <a:solidFill>
                  <a:srgbClr val="18364B"/>
                </a:solidFill>
                <a:latin typeface="Arial"/>
                <a:ea typeface="Arial"/>
                <a:cs typeface="Arial"/>
              </a:defRPr>
            </a:lvl8pPr>
            <a:lvl9pPr>
              <a:defRPr sz="3525" b="1">
                <a:solidFill>
                  <a:srgbClr val="18364B"/>
                </a:solidFill>
                <a:latin typeface="Arial"/>
                <a:ea typeface="Arial"/>
                <a:cs typeface="Arial"/>
              </a:defRPr>
            </a:lvl9pPr>
          </a:lstStyle>
          <a:p xmlns:a="http://schemas.openxmlformats.org/drawingml/2006/main">
            <a:pPr>
              <a:defRPr sz="3525" b="1">
                <a:solidFill>
                  <a:srgbClr val="18364B"/>
                </a:solidFill>
                <a:latin typeface="Arial"/>
                <a:ea typeface="Arial"/>
                <a:cs typeface="Arial"/>
              </a:defRPr>
            </a:pPr>
            <a:r>
              <a:rPr sz="3525" b="1">
                <a:solidFill>
                  <a:srgbClr val="18364B"/>
                </a:solidFill>
                <a:latin typeface="Arial"/>
                <a:ea typeface="Arial"/>
                <a:cs typeface="Arial"/>
              </a:rPr>
              <a:t>Only complete parallel pairs can train</a:t>
            </a:r>
          </a:p>
        </p:txBody>
      </p:sp>
      <p:sp>
        <p:nvSpPr>
          <p:cNvPr id="3" name="">
            <a:extLst xmlns:a="http://schemas.openxmlformats.org/drawingml/2006/main">
              <a:ext uri="{FF2B5EF4-FFF2-40B4-BE49-F238E27FC236}">
                <a16:creationId xmlns:a16="http://schemas.microsoft.com/office/drawing/2014/main" id="{64AFACE0-82C9-48A4-BA87-8DC91DCC16DB}"/>
              </a:ext>
            </a:extLst>
          </p:cNvPr>
          <p:cNvSpPr>
            <a:spLocks xmlns:a="http://schemas.openxmlformats.org/drawingml/2006/main" noGrp="1"/>
          </p:cNvSpPr>
          <p:nvPr/>
        </p:nvSpPr>
        <p:spPr>
          <a:xfrm xmlns:a="http://schemas.openxmlformats.org/drawingml/2006/main">
            <a:off x="11096625" y="63150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878"/>
                </a:solidFill>
                <a:latin typeface="Arial"/>
                <a:ea typeface="Arial"/>
                <a:cs typeface="Arial"/>
              </a:defRPr>
            </a:defPPr>
            <a:lvl1pPr>
              <a:defRPr sz="1200" b="0">
                <a:solidFill>
                  <a:srgbClr val="526878"/>
                </a:solidFill>
                <a:latin typeface="Arial"/>
                <a:ea typeface="Arial"/>
                <a:cs typeface="Arial"/>
              </a:defRPr>
            </a:lvl1pPr>
            <a:lvl2pPr>
              <a:defRPr sz="1200" b="0">
                <a:solidFill>
                  <a:srgbClr val="526878"/>
                </a:solidFill>
                <a:latin typeface="Arial"/>
                <a:ea typeface="Arial"/>
                <a:cs typeface="Arial"/>
              </a:defRPr>
            </a:lvl2pPr>
            <a:lvl3pPr>
              <a:defRPr sz="1200" b="0">
                <a:solidFill>
                  <a:srgbClr val="526878"/>
                </a:solidFill>
                <a:latin typeface="Arial"/>
                <a:ea typeface="Arial"/>
                <a:cs typeface="Arial"/>
              </a:defRPr>
            </a:lvl3pPr>
            <a:lvl4pPr>
              <a:defRPr sz="1200" b="0">
                <a:solidFill>
                  <a:srgbClr val="526878"/>
                </a:solidFill>
                <a:latin typeface="Arial"/>
                <a:ea typeface="Arial"/>
                <a:cs typeface="Arial"/>
              </a:defRPr>
            </a:lvl4pPr>
            <a:lvl5pPr>
              <a:defRPr sz="1200" b="0">
                <a:solidFill>
                  <a:srgbClr val="526878"/>
                </a:solidFill>
                <a:latin typeface="Arial"/>
                <a:ea typeface="Arial"/>
                <a:cs typeface="Arial"/>
              </a:defRPr>
            </a:lvl5pPr>
            <a:lvl6pPr>
              <a:defRPr sz="1200" b="0">
                <a:solidFill>
                  <a:srgbClr val="526878"/>
                </a:solidFill>
                <a:latin typeface="Arial"/>
                <a:ea typeface="Arial"/>
                <a:cs typeface="Arial"/>
              </a:defRPr>
            </a:lvl6pPr>
            <a:lvl7pPr>
              <a:defRPr sz="1200" b="0">
                <a:solidFill>
                  <a:srgbClr val="526878"/>
                </a:solidFill>
                <a:latin typeface="Arial"/>
                <a:ea typeface="Arial"/>
                <a:cs typeface="Arial"/>
              </a:defRPr>
            </a:lvl7pPr>
            <a:lvl8pPr>
              <a:defRPr sz="1200" b="0">
                <a:solidFill>
                  <a:srgbClr val="526878"/>
                </a:solidFill>
                <a:latin typeface="Arial"/>
                <a:ea typeface="Arial"/>
                <a:cs typeface="Arial"/>
              </a:defRPr>
            </a:lvl8pPr>
            <a:lvl9pPr>
              <a:defRPr sz="1200" b="0">
                <a:solidFill>
                  <a:srgbClr val="526878"/>
                </a:solidFill>
                <a:latin typeface="Arial"/>
                <a:ea typeface="Arial"/>
                <a:cs typeface="Arial"/>
              </a:defRPr>
            </a:lvl9pPr>
          </a:lstStyle>
          <a:p xmlns:a="http://schemas.openxmlformats.org/drawingml/2006/main">
            <a:pPr>
              <a:defRPr sz="1200" b="0">
                <a:solidFill>
                  <a:srgbClr val="526878"/>
                </a:solidFill>
                <a:latin typeface="Arial"/>
                <a:ea typeface="Arial"/>
                <a:cs typeface="Arial"/>
              </a:defRPr>
            </a:pPr>
            <a:r>
              <a:rPr sz="1200" b="0">
                <a:solidFill>
                  <a:srgbClr val="526878"/>
                </a:solidFill>
                <a:latin typeface="Arial"/>
                <a:ea typeface="Arial"/>
                <a:cs typeface="Arial"/>
              </a:rPr>
              <a:t>03</a:t>
            </a:r>
          </a:p>
        </p:txBody>
      </p:sp>
      <p:graphicFrame>
        <p:nvGraphicFramePr>
          <p:cNvPr id="4" name="Chart">
            <a:extLst xmlns:a="http://schemas.openxmlformats.org/drawingml/2006/main">
              <a:ext uri="{FF2B5EF4-FFF2-40B4-BE49-F238E27FC236}">
                <a16:creationId xmlns:a16="http://schemas.microsoft.com/office/drawing/2014/main" id="{0ADEE8C6-048A-4894-8A6B-A18641ABD6C0}"/>
              </a:ext>
            </a:extLst>
          </p:cNvPr>
          <p:cNvGraphicFramePr/>
          <p:nvPr/>
        </p:nvGraphicFramePr>
        <p:xfrm>
          <a:off xmlns:a="http://schemas.openxmlformats.org/drawingml/2006/main" x="476250" y="2190750"/>
          <a:ext xmlns:a="http://schemas.openxmlformats.org/drawingml/2006/main" cx="7381875" cy="3571875"/>
        </p:xfrm>
        <a:graphic xmlns:a="http://schemas.openxmlformats.org/drawingml/2006/main">
          <a:graphicData uri="http://schemas.openxmlformats.org/drawingml/2006/chart">
            <c:chart xmlns:r="http://schemas.openxmlformats.org/officeDocument/2006/relationships" xmlns:c="http://schemas.openxmlformats.org/drawingml/2006/chart" r:id="Rf76e57d17b8e4c59"/>
          </a:graphicData>
        </a:graphic>
      </p:graphicFrame>
      <p:sp>
        <p:nvSpPr>
          <p:cNvPr id="5" name="">
            <a:extLst xmlns:a="http://schemas.openxmlformats.org/drawingml/2006/main">
              <a:ext uri="{FF2B5EF4-FFF2-40B4-BE49-F238E27FC236}">
                <a16:creationId xmlns:a16="http://schemas.microsoft.com/office/drawing/2014/main" id="{CCA0D03E-6B28-4266-9CBE-4DE45C3154E4}"/>
              </a:ext>
            </a:extLst>
          </p:cNvPr>
          <p:cNvSpPr>
            <a:spLocks xmlns:a="http://schemas.openxmlformats.org/drawingml/2006/main" noGrp="1"/>
          </p:cNvSpPr>
          <p:nvPr/>
        </p:nvSpPr>
        <p:spPr>
          <a:xfrm xmlns:a="http://schemas.openxmlformats.org/drawingml/2006/main">
            <a:off x="8239125" y="238125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007F7A"/>
                </a:solidFill>
                <a:latin typeface="Arial"/>
                <a:ea typeface="Arial"/>
                <a:cs typeface="Arial"/>
              </a:defRPr>
            </a:defPPr>
            <a:lvl1pPr>
              <a:defRPr sz="4800" b="1">
                <a:solidFill>
                  <a:srgbClr val="007F7A"/>
                </a:solidFill>
                <a:latin typeface="Arial"/>
                <a:ea typeface="Arial"/>
                <a:cs typeface="Arial"/>
              </a:defRPr>
            </a:lvl1pPr>
            <a:lvl2pPr>
              <a:defRPr sz="4800" b="1">
                <a:solidFill>
                  <a:srgbClr val="007F7A"/>
                </a:solidFill>
                <a:latin typeface="Arial"/>
                <a:ea typeface="Arial"/>
                <a:cs typeface="Arial"/>
              </a:defRPr>
            </a:lvl2pPr>
            <a:lvl3pPr>
              <a:defRPr sz="4800" b="1">
                <a:solidFill>
                  <a:srgbClr val="007F7A"/>
                </a:solidFill>
                <a:latin typeface="Arial"/>
                <a:ea typeface="Arial"/>
                <a:cs typeface="Arial"/>
              </a:defRPr>
            </a:lvl3pPr>
            <a:lvl4pPr>
              <a:defRPr sz="4800" b="1">
                <a:solidFill>
                  <a:srgbClr val="007F7A"/>
                </a:solidFill>
                <a:latin typeface="Arial"/>
                <a:ea typeface="Arial"/>
                <a:cs typeface="Arial"/>
              </a:defRPr>
            </a:lvl4pPr>
            <a:lvl5pPr>
              <a:defRPr sz="4800" b="1">
                <a:solidFill>
                  <a:srgbClr val="007F7A"/>
                </a:solidFill>
                <a:latin typeface="Arial"/>
                <a:ea typeface="Arial"/>
                <a:cs typeface="Arial"/>
              </a:defRPr>
            </a:lvl5pPr>
            <a:lvl6pPr>
              <a:defRPr sz="4800" b="1">
                <a:solidFill>
                  <a:srgbClr val="007F7A"/>
                </a:solidFill>
                <a:latin typeface="Arial"/>
                <a:ea typeface="Arial"/>
                <a:cs typeface="Arial"/>
              </a:defRPr>
            </a:lvl6pPr>
            <a:lvl7pPr>
              <a:defRPr sz="4800" b="1">
                <a:solidFill>
                  <a:srgbClr val="007F7A"/>
                </a:solidFill>
                <a:latin typeface="Arial"/>
                <a:ea typeface="Arial"/>
                <a:cs typeface="Arial"/>
              </a:defRPr>
            </a:lvl7pPr>
            <a:lvl8pPr>
              <a:defRPr sz="4800" b="1">
                <a:solidFill>
                  <a:srgbClr val="007F7A"/>
                </a:solidFill>
                <a:latin typeface="Arial"/>
                <a:ea typeface="Arial"/>
                <a:cs typeface="Arial"/>
              </a:defRPr>
            </a:lvl8pPr>
            <a:lvl9pPr>
              <a:defRPr sz="4800" b="1">
                <a:solidFill>
                  <a:srgbClr val="007F7A"/>
                </a:solidFill>
                <a:latin typeface="Arial"/>
                <a:ea typeface="Arial"/>
                <a:cs typeface="Arial"/>
              </a:defRPr>
            </a:lvl9pPr>
          </a:lstStyle>
          <a:p xmlns:a="http://schemas.openxmlformats.org/drawingml/2006/main">
            <a:pPr>
              <a:defRPr sz="4800" b="1">
                <a:solidFill>
                  <a:srgbClr val="007F7A"/>
                </a:solidFill>
                <a:latin typeface="Arial"/>
                <a:ea typeface="Arial"/>
                <a:cs typeface="Arial"/>
              </a:defRPr>
            </a:pPr>
            <a:r>
              <a:rPr sz="4800" b="1">
                <a:solidFill>
                  <a:srgbClr val="007F7A"/>
                </a:solidFill>
                <a:latin typeface="Arial"/>
                <a:ea typeface="Arial"/>
                <a:cs typeface="Arial"/>
              </a:rPr>
              <a:t>12,622</a:t>
            </a:r>
          </a:p>
        </p:txBody>
      </p:sp>
      <p:sp>
        <p:nvSpPr>
          <p:cNvPr id="6" name="">
            <a:extLst xmlns:a="http://schemas.openxmlformats.org/drawingml/2006/main">
              <a:ext uri="{FF2B5EF4-FFF2-40B4-BE49-F238E27FC236}">
                <a16:creationId xmlns:a16="http://schemas.microsoft.com/office/drawing/2014/main" id="{27CFF991-AFF3-45C9-8E23-3880824918F0}"/>
              </a:ext>
            </a:extLst>
          </p:cNvPr>
          <p:cNvSpPr>
            <a:spLocks xmlns:a="http://schemas.openxmlformats.org/drawingml/2006/main" noGrp="1"/>
          </p:cNvSpPr>
          <p:nvPr/>
        </p:nvSpPr>
        <p:spPr>
          <a:xfrm xmlns:a="http://schemas.openxmlformats.org/drawingml/2006/main">
            <a:off x="8286750" y="3476625"/>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8364B"/>
                </a:solidFill>
                <a:latin typeface="Arial"/>
                <a:ea typeface="Arial"/>
                <a:cs typeface="Arial"/>
              </a:defRPr>
            </a:defPPr>
            <a:lvl1pPr>
              <a:defRPr sz="2175" b="1">
                <a:solidFill>
                  <a:srgbClr val="18364B"/>
                </a:solidFill>
                <a:latin typeface="Arial"/>
                <a:ea typeface="Arial"/>
                <a:cs typeface="Arial"/>
              </a:defRPr>
            </a:lvl1pPr>
            <a:lvl2pPr>
              <a:defRPr sz="2175" b="1">
                <a:solidFill>
                  <a:srgbClr val="18364B"/>
                </a:solidFill>
                <a:latin typeface="Arial"/>
                <a:ea typeface="Arial"/>
                <a:cs typeface="Arial"/>
              </a:defRPr>
            </a:lvl2pPr>
            <a:lvl3pPr>
              <a:defRPr sz="2175" b="1">
                <a:solidFill>
                  <a:srgbClr val="18364B"/>
                </a:solidFill>
                <a:latin typeface="Arial"/>
                <a:ea typeface="Arial"/>
                <a:cs typeface="Arial"/>
              </a:defRPr>
            </a:lvl3pPr>
            <a:lvl4pPr>
              <a:defRPr sz="2175" b="1">
                <a:solidFill>
                  <a:srgbClr val="18364B"/>
                </a:solidFill>
                <a:latin typeface="Arial"/>
                <a:ea typeface="Arial"/>
                <a:cs typeface="Arial"/>
              </a:defRPr>
            </a:lvl4pPr>
            <a:lvl5pPr>
              <a:defRPr sz="2175" b="1">
                <a:solidFill>
                  <a:srgbClr val="18364B"/>
                </a:solidFill>
                <a:latin typeface="Arial"/>
                <a:ea typeface="Arial"/>
                <a:cs typeface="Arial"/>
              </a:defRPr>
            </a:lvl5pPr>
            <a:lvl6pPr>
              <a:defRPr sz="2175" b="1">
                <a:solidFill>
                  <a:srgbClr val="18364B"/>
                </a:solidFill>
                <a:latin typeface="Arial"/>
                <a:ea typeface="Arial"/>
                <a:cs typeface="Arial"/>
              </a:defRPr>
            </a:lvl6pPr>
            <a:lvl7pPr>
              <a:defRPr sz="2175" b="1">
                <a:solidFill>
                  <a:srgbClr val="18364B"/>
                </a:solidFill>
                <a:latin typeface="Arial"/>
                <a:ea typeface="Arial"/>
                <a:cs typeface="Arial"/>
              </a:defRPr>
            </a:lvl7pPr>
            <a:lvl8pPr>
              <a:defRPr sz="2175" b="1">
                <a:solidFill>
                  <a:srgbClr val="18364B"/>
                </a:solidFill>
                <a:latin typeface="Arial"/>
                <a:ea typeface="Arial"/>
                <a:cs typeface="Arial"/>
              </a:defRPr>
            </a:lvl8pPr>
            <a:lvl9pPr>
              <a:defRPr sz="2175" b="1">
                <a:solidFill>
                  <a:srgbClr val="18364B"/>
                </a:solidFill>
                <a:latin typeface="Arial"/>
                <a:ea typeface="Arial"/>
                <a:cs typeface="Arial"/>
              </a:defRPr>
            </a:lvl9pPr>
          </a:lstStyle>
          <a:p xmlns:a="http://schemas.openxmlformats.org/drawingml/2006/main">
            <a:pPr>
              <a:defRPr sz="2175" b="1">
                <a:solidFill>
                  <a:srgbClr val="18364B"/>
                </a:solidFill>
                <a:latin typeface="Arial"/>
                <a:ea typeface="Arial"/>
                <a:cs typeface="Arial"/>
              </a:defRPr>
            </a:pPr>
            <a:r>
              <a:rPr sz="2175" b="1">
                <a:solidFill>
                  <a:srgbClr val="18364B"/>
                </a:solidFill>
                <a:latin typeface="Arial"/>
                <a:ea typeface="Arial"/>
                <a:cs typeface="Arial"/>
              </a:rPr>
              <a:t>usable pairs after</a:t>
            </a:r>
          </a:p>
          <a:p xmlns:a="http://schemas.openxmlformats.org/drawingml/2006/main">
            <a:pPr>
              <a:defRPr sz="2175" b="1">
                <a:solidFill>
                  <a:srgbClr val="18364B"/>
                </a:solidFill>
                <a:latin typeface="Arial"/>
                <a:ea typeface="Arial"/>
                <a:cs typeface="Arial"/>
              </a:defRPr>
            </a:pPr>
            <a:r>
              <a:rPr sz="2175" b="1">
                <a:solidFill>
                  <a:srgbClr val="18364B"/>
                </a:solidFill>
                <a:latin typeface="Arial"/>
                <a:ea typeface="Arial"/>
                <a:cs typeface="Arial"/>
              </a:rPr>
              <a:t>deduplication</a:t>
            </a:r>
          </a:p>
        </p:txBody>
      </p:sp>
      <p:sp>
        <p:nvSpPr>
          <p:cNvPr id="7" name="">
            <a:extLst xmlns:a="http://schemas.openxmlformats.org/drawingml/2006/main">
              <a:ext uri="{FF2B5EF4-FFF2-40B4-BE49-F238E27FC236}">
                <a16:creationId xmlns:a16="http://schemas.microsoft.com/office/drawing/2014/main" id="{14BFC554-294F-4508-BB81-D9F8F1C0C353}"/>
              </a:ext>
            </a:extLst>
          </p:cNvPr>
          <p:cNvSpPr>
            <a:spLocks xmlns:a="http://schemas.openxmlformats.org/drawingml/2006/main" noGrp="1"/>
          </p:cNvSpPr>
          <p:nvPr/>
        </p:nvSpPr>
        <p:spPr>
          <a:xfrm xmlns:a="http://schemas.openxmlformats.org/drawingml/2006/main">
            <a:off x="8286750" y="495300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8364B"/>
                </a:solidFill>
                <a:latin typeface="Arial"/>
                <a:ea typeface="Arial"/>
                <a:cs typeface="Arial"/>
              </a:defRPr>
            </a:defPPr>
            <a:lvl1pPr>
              <a:defRPr sz="1800" b="0">
                <a:solidFill>
                  <a:srgbClr val="18364B"/>
                </a:solidFill>
                <a:latin typeface="Arial"/>
                <a:ea typeface="Arial"/>
                <a:cs typeface="Arial"/>
              </a:defRPr>
            </a:lvl1pPr>
            <a:lvl2pPr>
              <a:defRPr sz="1800" b="0">
                <a:solidFill>
                  <a:srgbClr val="18364B"/>
                </a:solidFill>
                <a:latin typeface="Arial"/>
                <a:ea typeface="Arial"/>
                <a:cs typeface="Arial"/>
              </a:defRPr>
            </a:lvl2pPr>
            <a:lvl3pPr>
              <a:defRPr sz="1800" b="0">
                <a:solidFill>
                  <a:srgbClr val="18364B"/>
                </a:solidFill>
                <a:latin typeface="Arial"/>
                <a:ea typeface="Arial"/>
                <a:cs typeface="Arial"/>
              </a:defRPr>
            </a:lvl3pPr>
            <a:lvl4pPr>
              <a:defRPr sz="1800" b="0">
                <a:solidFill>
                  <a:srgbClr val="18364B"/>
                </a:solidFill>
                <a:latin typeface="Arial"/>
                <a:ea typeface="Arial"/>
                <a:cs typeface="Arial"/>
              </a:defRPr>
            </a:lvl4pPr>
            <a:lvl5pPr>
              <a:defRPr sz="1800" b="0">
                <a:solidFill>
                  <a:srgbClr val="18364B"/>
                </a:solidFill>
                <a:latin typeface="Arial"/>
                <a:ea typeface="Arial"/>
                <a:cs typeface="Arial"/>
              </a:defRPr>
            </a:lvl5pPr>
            <a:lvl6pPr>
              <a:defRPr sz="1800" b="0">
                <a:solidFill>
                  <a:srgbClr val="18364B"/>
                </a:solidFill>
                <a:latin typeface="Arial"/>
                <a:ea typeface="Arial"/>
                <a:cs typeface="Arial"/>
              </a:defRPr>
            </a:lvl6pPr>
            <a:lvl7pPr>
              <a:defRPr sz="1800" b="0">
                <a:solidFill>
                  <a:srgbClr val="18364B"/>
                </a:solidFill>
                <a:latin typeface="Arial"/>
                <a:ea typeface="Arial"/>
                <a:cs typeface="Arial"/>
              </a:defRPr>
            </a:lvl7pPr>
            <a:lvl8pPr>
              <a:defRPr sz="1800" b="0">
                <a:solidFill>
                  <a:srgbClr val="18364B"/>
                </a:solidFill>
                <a:latin typeface="Arial"/>
                <a:ea typeface="Arial"/>
                <a:cs typeface="Arial"/>
              </a:defRPr>
            </a:lvl8pPr>
            <a:lvl9pPr>
              <a:defRPr sz="1800" b="0">
                <a:solidFill>
                  <a:srgbClr val="18364B"/>
                </a:solidFill>
                <a:latin typeface="Arial"/>
                <a:ea typeface="Arial"/>
                <a:cs typeface="Arial"/>
              </a:defRPr>
            </a:lvl9pPr>
          </a:lstStyle>
          <a:p xmlns:a="http://schemas.openxmlformats.org/drawingml/2006/main">
            <a:pPr>
              <a:defRPr sz="1800" b="0">
                <a:solidFill>
                  <a:srgbClr val="18364B"/>
                </a:solidFill>
                <a:latin typeface="Arial"/>
                <a:ea typeface="Arial"/>
                <a:cs typeface="Arial"/>
              </a:defRPr>
            </a:pPr>
            <a:r>
              <a:rPr sz="1800" b="0">
                <a:solidFill>
                  <a:srgbClr val="18364B"/>
                </a:solidFill>
                <a:latin typeface="Arial"/>
                <a:ea typeface="Arial"/>
                <a:cs typeface="Arial"/>
              </a:rPr>
              <a:t>Pinned source revision</a:t>
            </a:r>
          </a:p>
          <a:p xmlns:a="http://schemas.openxmlformats.org/drawingml/2006/main">
            <a:pPr>
              <a:defRPr sz="1800" b="0">
                <a:solidFill>
                  <a:srgbClr val="18364B"/>
                </a:solidFill>
                <a:latin typeface="Arial"/>
                <a:ea typeface="Arial"/>
                <a:cs typeface="Arial"/>
              </a:defRPr>
            </a:pPr>
            <a:r>
              <a:rPr sz="1800" b="0">
                <a:solidFill>
                  <a:srgbClr val="18364B"/>
                </a:solidFill>
                <a:latin typeface="Arial"/>
                <a:ea typeface="Arial"/>
                <a:cs typeface="Arial"/>
              </a:rPr>
              <a:t>SHA-256 recorded</a:t>
            </a:r>
          </a:p>
        </p:txBody>
      </p:sp>
    </p:spTree>
    <p:extLst>
      <p:ext uri="{BB962C8B-B14F-4D97-AF65-F5344CB8AC3E}">
        <p14:creationId xmlns:p14="http://schemas.microsoft.com/office/powerpoint/2010/main" val="1900707072"/>
      </p:ext>
    </p:extLst>
  </p:cSld>
</p:sld>
</file>

<file path=ppt/slides/slide4.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9B1EC89-E836-486C-894F-EA2F570F8DE7}"/>
              </a:ext>
            </a:extLst>
          </p:cNvPr>
          <p:cNvSpPr>
            <a:spLocks xmlns:a="http://schemas.openxmlformats.org/drawingml/2006/main" noGrp="1"/>
          </p:cNvSpPr>
          <p:nvPr/>
        </p:nvSpPr>
        <p:spPr>
          <a:xfrm xmlns:a="http://schemas.openxmlformats.org/drawingml/2006/main">
            <a:off x="609600" y="3238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7A"/>
                </a:solidFill>
                <a:latin typeface="Arial"/>
                <a:ea typeface="Arial"/>
                <a:cs typeface="Arial"/>
              </a:defRPr>
            </a:defPPr>
            <a:lvl1pPr>
              <a:defRPr sz="1275" b="1">
                <a:solidFill>
                  <a:srgbClr val="007F7A"/>
                </a:solidFill>
                <a:latin typeface="Arial"/>
                <a:ea typeface="Arial"/>
                <a:cs typeface="Arial"/>
              </a:defRPr>
            </a:lvl1pPr>
            <a:lvl2pPr>
              <a:defRPr sz="1275" b="1">
                <a:solidFill>
                  <a:srgbClr val="007F7A"/>
                </a:solidFill>
                <a:latin typeface="Arial"/>
                <a:ea typeface="Arial"/>
                <a:cs typeface="Arial"/>
              </a:defRPr>
            </a:lvl2pPr>
            <a:lvl3pPr>
              <a:defRPr sz="1275" b="1">
                <a:solidFill>
                  <a:srgbClr val="007F7A"/>
                </a:solidFill>
                <a:latin typeface="Arial"/>
                <a:ea typeface="Arial"/>
                <a:cs typeface="Arial"/>
              </a:defRPr>
            </a:lvl3pPr>
            <a:lvl4pPr>
              <a:defRPr sz="1275" b="1">
                <a:solidFill>
                  <a:srgbClr val="007F7A"/>
                </a:solidFill>
                <a:latin typeface="Arial"/>
                <a:ea typeface="Arial"/>
                <a:cs typeface="Arial"/>
              </a:defRPr>
            </a:lvl4pPr>
            <a:lvl5pPr>
              <a:defRPr sz="1275" b="1">
                <a:solidFill>
                  <a:srgbClr val="007F7A"/>
                </a:solidFill>
                <a:latin typeface="Arial"/>
                <a:ea typeface="Arial"/>
                <a:cs typeface="Arial"/>
              </a:defRPr>
            </a:lvl5pPr>
            <a:lvl6pPr>
              <a:defRPr sz="1275" b="1">
                <a:solidFill>
                  <a:srgbClr val="007F7A"/>
                </a:solidFill>
                <a:latin typeface="Arial"/>
                <a:ea typeface="Arial"/>
                <a:cs typeface="Arial"/>
              </a:defRPr>
            </a:lvl6pPr>
            <a:lvl7pPr>
              <a:defRPr sz="1275" b="1">
                <a:solidFill>
                  <a:srgbClr val="007F7A"/>
                </a:solidFill>
                <a:latin typeface="Arial"/>
                <a:ea typeface="Arial"/>
                <a:cs typeface="Arial"/>
              </a:defRPr>
            </a:lvl7pPr>
            <a:lvl8pPr>
              <a:defRPr sz="1275" b="1">
                <a:solidFill>
                  <a:srgbClr val="007F7A"/>
                </a:solidFill>
                <a:latin typeface="Arial"/>
                <a:ea typeface="Arial"/>
                <a:cs typeface="Arial"/>
              </a:defRPr>
            </a:lvl8pPr>
            <a:lvl9pPr>
              <a:defRPr sz="1275" b="1">
                <a:solidFill>
                  <a:srgbClr val="007F7A"/>
                </a:solidFill>
                <a:latin typeface="Arial"/>
                <a:ea typeface="Arial"/>
                <a:cs typeface="Arial"/>
              </a:defRPr>
            </a:lvl9pPr>
          </a:lstStyle>
          <a:p xmlns:a="http://schemas.openxmlformats.org/drawingml/2006/main">
            <a:pPr>
              <a:defRPr sz="1275" b="1">
                <a:solidFill>
                  <a:srgbClr val="007F7A"/>
                </a:solidFill>
                <a:latin typeface="Arial"/>
                <a:ea typeface="Arial"/>
                <a:cs typeface="Arial"/>
              </a:defRPr>
            </a:pPr>
            <a:r>
              <a:rPr sz="1275" b="1">
                <a:solidFill>
                  <a:srgbClr val="007F7A"/>
                </a:solidFill>
                <a:latin typeface="Arial"/>
                <a:ea typeface="Arial"/>
                <a:cs typeface="Arial"/>
              </a:rPr>
              <a:t>03 / FAIR EVALUATION</a:t>
            </a:r>
          </a:p>
        </p:txBody>
      </p:sp>
      <p:sp>
        <p:nvSpPr>
          <p:cNvPr id="2" name="">
            <a:extLst xmlns:a="http://schemas.openxmlformats.org/drawingml/2006/main">
              <a:ext uri="{FF2B5EF4-FFF2-40B4-BE49-F238E27FC236}">
                <a16:creationId xmlns:a16="http://schemas.microsoft.com/office/drawing/2014/main" id="{A18D3502-0EA6-4EE6-AD8F-99E8551E9FBA}"/>
              </a:ext>
            </a:extLst>
          </p:cNvPr>
          <p:cNvSpPr>
            <a:spLocks xmlns:a="http://schemas.openxmlformats.org/drawingml/2006/main" noGrp="1"/>
          </p:cNvSpPr>
          <p:nvPr/>
        </p:nvSpPr>
        <p:spPr>
          <a:xfrm xmlns:a="http://schemas.openxmlformats.org/drawingml/2006/main">
            <a:off x="609600" y="85725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18364B"/>
                </a:solidFill>
                <a:latin typeface="Arial"/>
                <a:ea typeface="Arial"/>
                <a:cs typeface="Arial"/>
              </a:defRPr>
            </a:defPPr>
            <a:lvl1pPr>
              <a:defRPr sz="3525" b="1">
                <a:solidFill>
                  <a:srgbClr val="18364B"/>
                </a:solidFill>
                <a:latin typeface="Arial"/>
                <a:ea typeface="Arial"/>
                <a:cs typeface="Arial"/>
              </a:defRPr>
            </a:lvl1pPr>
            <a:lvl2pPr>
              <a:defRPr sz="3525" b="1">
                <a:solidFill>
                  <a:srgbClr val="18364B"/>
                </a:solidFill>
                <a:latin typeface="Arial"/>
                <a:ea typeface="Arial"/>
                <a:cs typeface="Arial"/>
              </a:defRPr>
            </a:lvl2pPr>
            <a:lvl3pPr>
              <a:defRPr sz="3525" b="1">
                <a:solidFill>
                  <a:srgbClr val="18364B"/>
                </a:solidFill>
                <a:latin typeface="Arial"/>
                <a:ea typeface="Arial"/>
                <a:cs typeface="Arial"/>
              </a:defRPr>
            </a:lvl3pPr>
            <a:lvl4pPr>
              <a:defRPr sz="3525" b="1">
                <a:solidFill>
                  <a:srgbClr val="18364B"/>
                </a:solidFill>
                <a:latin typeface="Arial"/>
                <a:ea typeface="Arial"/>
                <a:cs typeface="Arial"/>
              </a:defRPr>
            </a:lvl4pPr>
            <a:lvl5pPr>
              <a:defRPr sz="3525" b="1">
                <a:solidFill>
                  <a:srgbClr val="18364B"/>
                </a:solidFill>
                <a:latin typeface="Arial"/>
                <a:ea typeface="Arial"/>
                <a:cs typeface="Arial"/>
              </a:defRPr>
            </a:lvl5pPr>
            <a:lvl6pPr>
              <a:defRPr sz="3525" b="1">
                <a:solidFill>
                  <a:srgbClr val="18364B"/>
                </a:solidFill>
                <a:latin typeface="Arial"/>
                <a:ea typeface="Arial"/>
                <a:cs typeface="Arial"/>
              </a:defRPr>
            </a:lvl6pPr>
            <a:lvl7pPr>
              <a:defRPr sz="3525" b="1">
                <a:solidFill>
                  <a:srgbClr val="18364B"/>
                </a:solidFill>
                <a:latin typeface="Arial"/>
                <a:ea typeface="Arial"/>
                <a:cs typeface="Arial"/>
              </a:defRPr>
            </a:lvl7pPr>
            <a:lvl8pPr>
              <a:defRPr sz="3525" b="1">
                <a:solidFill>
                  <a:srgbClr val="18364B"/>
                </a:solidFill>
                <a:latin typeface="Arial"/>
                <a:ea typeface="Arial"/>
                <a:cs typeface="Arial"/>
              </a:defRPr>
            </a:lvl8pPr>
            <a:lvl9pPr>
              <a:defRPr sz="3525" b="1">
                <a:solidFill>
                  <a:srgbClr val="18364B"/>
                </a:solidFill>
                <a:latin typeface="Arial"/>
                <a:ea typeface="Arial"/>
                <a:cs typeface="Arial"/>
              </a:defRPr>
            </a:lvl9pPr>
          </a:lstStyle>
          <a:p xmlns:a="http://schemas.openxmlformats.org/drawingml/2006/main">
            <a:pPr>
              <a:defRPr sz="3525" b="1">
                <a:solidFill>
                  <a:srgbClr val="18364B"/>
                </a:solidFill>
                <a:latin typeface="Arial"/>
                <a:ea typeface="Arial"/>
                <a:cs typeface="Arial"/>
              </a:defRPr>
            </a:pPr>
            <a:r>
              <a:rPr sz="3525" b="1">
                <a:solidFill>
                  <a:srgbClr val="18364B"/>
                </a:solidFill>
                <a:latin typeface="Arial"/>
                <a:ea typeface="Arial"/>
                <a:cs typeface="Arial"/>
              </a:rPr>
              <a:t>Repeated sentences stay in one split</a:t>
            </a:r>
          </a:p>
        </p:txBody>
      </p:sp>
      <p:sp>
        <p:nvSpPr>
          <p:cNvPr id="3" name="">
            <a:extLst xmlns:a="http://schemas.openxmlformats.org/drawingml/2006/main">
              <a:ext uri="{FF2B5EF4-FFF2-40B4-BE49-F238E27FC236}">
                <a16:creationId xmlns:a16="http://schemas.microsoft.com/office/drawing/2014/main" id="{4C6D542B-B7FE-4FB9-87E2-8AD9EEBBB216}"/>
              </a:ext>
            </a:extLst>
          </p:cNvPr>
          <p:cNvSpPr>
            <a:spLocks xmlns:a="http://schemas.openxmlformats.org/drawingml/2006/main" noGrp="1"/>
          </p:cNvSpPr>
          <p:nvPr/>
        </p:nvSpPr>
        <p:spPr>
          <a:xfrm xmlns:a="http://schemas.openxmlformats.org/drawingml/2006/main">
            <a:off x="11096625" y="63150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878"/>
                </a:solidFill>
                <a:latin typeface="Arial"/>
                <a:ea typeface="Arial"/>
                <a:cs typeface="Arial"/>
              </a:defRPr>
            </a:defPPr>
            <a:lvl1pPr>
              <a:defRPr sz="1200" b="0">
                <a:solidFill>
                  <a:srgbClr val="526878"/>
                </a:solidFill>
                <a:latin typeface="Arial"/>
                <a:ea typeface="Arial"/>
                <a:cs typeface="Arial"/>
              </a:defRPr>
            </a:lvl1pPr>
            <a:lvl2pPr>
              <a:defRPr sz="1200" b="0">
                <a:solidFill>
                  <a:srgbClr val="526878"/>
                </a:solidFill>
                <a:latin typeface="Arial"/>
                <a:ea typeface="Arial"/>
                <a:cs typeface="Arial"/>
              </a:defRPr>
            </a:lvl2pPr>
            <a:lvl3pPr>
              <a:defRPr sz="1200" b="0">
                <a:solidFill>
                  <a:srgbClr val="526878"/>
                </a:solidFill>
                <a:latin typeface="Arial"/>
                <a:ea typeface="Arial"/>
                <a:cs typeface="Arial"/>
              </a:defRPr>
            </a:lvl3pPr>
            <a:lvl4pPr>
              <a:defRPr sz="1200" b="0">
                <a:solidFill>
                  <a:srgbClr val="526878"/>
                </a:solidFill>
                <a:latin typeface="Arial"/>
                <a:ea typeface="Arial"/>
                <a:cs typeface="Arial"/>
              </a:defRPr>
            </a:lvl4pPr>
            <a:lvl5pPr>
              <a:defRPr sz="1200" b="0">
                <a:solidFill>
                  <a:srgbClr val="526878"/>
                </a:solidFill>
                <a:latin typeface="Arial"/>
                <a:ea typeface="Arial"/>
                <a:cs typeface="Arial"/>
              </a:defRPr>
            </a:lvl5pPr>
            <a:lvl6pPr>
              <a:defRPr sz="1200" b="0">
                <a:solidFill>
                  <a:srgbClr val="526878"/>
                </a:solidFill>
                <a:latin typeface="Arial"/>
                <a:ea typeface="Arial"/>
                <a:cs typeface="Arial"/>
              </a:defRPr>
            </a:lvl6pPr>
            <a:lvl7pPr>
              <a:defRPr sz="1200" b="0">
                <a:solidFill>
                  <a:srgbClr val="526878"/>
                </a:solidFill>
                <a:latin typeface="Arial"/>
                <a:ea typeface="Arial"/>
                <a:cs typeface="Arial"/>
              </a:defRPr>
            </a:lvl7pPr>
            <a:lvl8pPr>
              <a:defRPr sz="1200" b="0">
                <a:solidFill>
                  <a:srgbClr val="526878"/>
                </a:solidFill>
                <a:latin typeface="Arial"/>
                <a:ea typeface="Arial"/>
                <a:cs typeface="Arial"/>
              </a:defRPr>
            </a:lvl8pPr>
            <a:lvl9pPr>
              <a:defRPr sz="1200" b="0">
                <a:solidFill>
                  <a:srgbClr val="526878"/>
                </a:solidFill>
                <a:latin typeface="Arial"/>
                <a:ea typeface="Arial"/>
                <a:cs typeface="Arial"/>
              </a:defRPr>
            </a:lvl9pPr>
          </a:lstStyle>
          <a:p xmlns:a="http://schemas.openxmlformats.org/drawingml/2006/main">
            <a:pPr>
              <a:defRPr sz="1200" b="0">
                <a:solidFill>
                  <a:srgbClr val="526878"/>
                </a:solidFill>
                <a:latin typeface="Arial"/>
                <a:ea typeface="Arial"/>
                <a:cs typeface="Arial"/>
              </a:defRPr>
            </a:pPr>
            <a:r>
              <a:rPr sz="1200" b="0">
                <a:solidFill>
                  <a:srgbClr val="526878"/>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07967FB1-688B-4AB9-B671-09CF38EF93A3}"/>
              </a:ext>
            </a:extLst>
          </p:cNvPr>
          <p:cNvSpPr>
            <a:spLocks xmlns:a="http://schemas.openxmlformats.org/drawingml/2006/main" noGrp="1"/>
          </p:cNvSpPr>
          <p:nvPr/>
        </p:nvSpPr>
        <p:spPr>
          <a:xfrm xmlns:a="http://schemas.openxmlformats.org/drawingml/2006/main">
            <a:off x="666750" y="2333625"/>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007F7A"/>
                </a:solidFill>
                <a:latin typeface="Arial"/>
                <a:ea typeface="Arial"/>
                <a:cs typeface="Arial"/>
              </a:defRPr>
            </a:defPPr>
            <a:lvl1pPr>
              <a:defRPr sz="4800" b="1">
                <a:solidFill>
                  <a:srgbClr val="007F7A"/>
                </a:solidFill>
                <a:latin typeface="Arial"/>
                <a:ea typeface="Arial"/>
                <a:cs typeface="Arial"/>
              </a:defRPr>
            </a:lvl1pPr>
            <a:lvl2pPr>
              <a:defRPr sz="4800" b="1">
                <a:solidFill>
                  <a:srgbClr val="007F7A"/>
                </a:solidFill>
                <a:latin typeface="Arial"/>
                <a:ea typeface="Arial"/>
                <a:cs typeface="Arial"/>
              </a:defRPr>
            </a:lvl2pPr>
            <a:lvl3pPr>
              <a:defRPr sz="4800" b="1">
                <a:solidFill>
                  <a:srgbClr val="007F7A"/>
                </a:solidFill>
                <a:latin typeface="Arial"/>
                <a:ea typeface="Arial"/>
                <a:cs typeface="Arial"/>
              </a:defRPr>
            </a:lvl3pPr>
            <a:lvl4pPr>
              <a:defRPr sz="4800" b="1">
                <a:solidFill>
                  <a:srgbClr val="007F7A"/>
                </a:solidFill>
                <a:latin typeface="Arial"/>
                <a:ea typeface="Arial"/>
                <a:cs typeface="Arial"/>
              </a:defRPr>
            </a:lvl4pPr>
            <a:lvl5pPr>
              <a:defRPr sz="4800" b="1">
                <a:solidFill>
                  <a:srgbClr val="007F7A"/>
                </a:solidFill>
                <a:latin typeface="Arial"/>
                <a:ea typeface="Arial"/>
                <a:cs typeface="Arial"/>
              </a:defRPr>
            </a:lvl5pPr>
            <a:lvl6pPr>
              <a:defRPr sz="4800" b="1">
                <a:solidFill>
                  <a:srgbClr val="007F7A"/>
                </a:solidFill>
                <a:latin typeface="Arial"/>
                <a:ea typeface="Arial"/>
                <a:cs typeface="Arial"/>
              </a:defRPr>
            </a:lvl6pPr>
            <a:lvl7pPr>
              <a:defRPr sz="4800" b="1">
                <a:solidFill>
                  <a:srgbClr val="007F7A"/>
                </a:solidFill>
                <a:latin typeface="Arial"/>
                <a:ea typeface="Arial"/>
                <a:cs typeface="Arial"/>
              </a:defRPr>
            </a:lvl7pPr>
            <a:lvl8pPr>
              <a:defRPr sz="4800" b="1">
                <a:solidFill>
                  <a:srgbClr val="007F7A"/>
                </a:solidFill>
                <a:latin typeface="Arial"/>
                <a:ea typeface="Arial"/>
                <a:cs typeface="Arial"/>
              </a:defRPr>
            </a:lvl8pPr>
            <a:lvl9pPr>
              <a:defRPr sz="4800" b="1">
                <a:solidFill>
                  <a:srgbClr val="007F7A"/>
                </a:solidFill>
                <a:latin typeface="Arial"/>
                <a:ea typeface="Arial"/>
                <a:cs typeface="Arial"/>
              </a:defRPr>
            </a:lvl9pPr>
          </a:lstStyle>
          <a:p xmlns:a="http://schemas.openxmlformats.org/drawingml/2006/main">
            <a:pPr>
              <a:defRPr sz="4800" b="1">
                <a:solidFill>
                  <a:srgbClr val="007F7A"/>
                </a:solidFill>
                <a:latin typeface="Arial"/>
                <a:ea typeface="Arial"/>
                <a:cs typeface="Arial"/>
              </a:defRPr>
            </a:pPr>
            <a:r>
              <a:rPr sz="4800" b="1">
                <a:solidFill>
                  <a:srgbClr val="007F7A"/>
                </a:solidFill>
                <a:latin typeface="Arial"/>
                <a:ea typeface="Arial"/>
                <a:cs typeface="Arial"/>
              </a:rPr>
              <a:t>10,110</a:t>
            </a:r>
          </a:p>
        </p:txBody>
      </p:sp>
      <p:sp>
        <p:nvSpPr>
          <p:cNvPr id="5" name="">
            <a:extLst xmlns:a="http://schemas.openxmlformats.org/drawingml/2006/main">
              <a:ext uri="{FF2B5EF4-FFF2-40B4-BE49-F238E27FC236}">
                <a16:creationId xmlns:a16="http://schemas.microsoft.com/office/drawing/2014/main" id="{D567019F-E07B-46C1-B0E1-0427277A7286}"/>
              </a:ext>
            </a:extLst>
          </p:cNvPr>
          <p:cNvSpPr>
            <a:spLocks xmlns:a="http://schemas.openxmlformats.org/drawingml/2006/main" noGrp="1"/>
          </p:cNvSpPr>
          <p:nvPr/>
        </p:nvSpPr>
        <p:spPr>
          <a:xfrm xmlns:a="http://schemas.openxmlformats.org/drawingml/2006/main">
            <a:off x="704850" y="3400425"/>
            <a:ext cx="338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64B"/>
                </a:solidFill>
                <a:latin typeface="Arial"/>
                <a:ea typeface="Arial"/>
                <a:cs typeface="Arial"/>
              </a:defRPr>
            </a:defPPr>
            <a:lvl1pPr>
              <a:defRPr sz="2025" b="0">
                <a:solidFill>
                  <a:srgbClr val="18364B"/>
                </a:solidFill>
                <a:latin typeface="Arial"/>
                <a:ea typeface="Arial"/>
                <a:cs typeface="Arial"/>
              </a:defRPr>
            </a:lvl1pPr>
            <a:lvl2pPr>
              <a:defRPr sz="2025" b="0">
                <a:solidFill>
                  <a:srgbClr val="18364B"/>
                </a:solidFill>
                <a:latin typeface="Arial"/>
                <a:ea typeface="Arial"/>
                <a:cs typeface="Arial"/>
              </a:defRPr>
            </a:lvl2pPr>
            <a:lvl3pPr>
              <a:defRPr sz="2025" b="0">
                <a:solidFill>
                  <a:srgbClr val="18364B"/>
                </a:solidFill>
                <a:latin typeface="Arial"/>
                <a:ea typeface="Arial"/>
                <a:cs typeface="Arial"/>
              </a:defRPr>
            </a:lvl3pPr>
            <a:lvl4pPr>
              <a:defRPr sz="2025" b="0">
                <a:solidFill>
                  <a:srgbClr val="18364B"/>
                </a:solidFill>
                <a:latin typeface="Arial"/>
                <a:ea typeface="Arial"/>
                <a:cs typeface="Arial"/>
              </a:defRPr>
            </a:lvl4pPr>
            <a:lvl5pPr>
              <a:defRPr sz="2025" b="0">
                <a:solidFill>
                  <a:srgbClr val="18364B"/>
                </a:solidFill>
                <a:latin typeface="Arial"/>
                <a:ea typeface="Arial"/>
                <a:cs typeface="Arial"/>
              </a:defRPr>
            </a:lvl5pPr>
            <a:lvl6pPr>
              <a:defRPr sz="2025" b="0">
                <a:solidFill>
                  <a:srgbClr val="18364B"/>
                </a:solidFill>
                <a:latin typeface="Arial"/>
                <a:ea typeface="Arial"/>
                <a:cs typeface="Arial"/>
              </a:defRPr>
            </a:lvl6pPr>
            <a:lvl7pPr>
              <a:defRPr sz="2025" b="0">
                <a:solidFill>
                  <a:srgbClr val="18364B"/>
                </a:solidFill>
                <a:latin typeface="Arial"/>
                <a:ea typeface="Arial"/>
                <a:cs typeface="Arial"/>
              </a:defRPr>
            </a:lvl7pPr>
            <a:lvl8pPr>
              <a:defRPr sz="2025" b="0">
                <a:solidFill>
                  <a:srgbClr val="18364B"/>
                </a:solidFill>
                <a:latin typeface="Arial"/>
                <a:ea typeface="Arial"/>
                <a:cs typeface="Arial"/>
              </a:defRPr>
            </a:lvl8pPr>
            <a:lvl9pPr>
              <a:defRPr sz="2025" b="0">
                <a:solidFill>
                  <a:srgbClr val="18364B"/>
                </a:solidFill>
                <a:latin typeface="Arial"/>
                <a:ea typeface="Arial"/>
                <a:cs typeface="Arial"/>
              </a:defRPr>
            </a:lvl9pPr>
          </a:lstStyle>
          <a:p xmlns:a="http://schemas.openxmlformats.org/drawingml/2006/main">
            <a:pPr>
              <a:defRPr sz="2025" b="0">
                <a:solidFill>
                  <a:srgbClr val="18364B"/>
                </a:solidFill>
                <a:latin typeface="Arial"/>
                <a:ea typeface="Arial"/>
                <a:cs typeface="Arial"/>
              </a:defRPr>
            </a:pPr>
            <a:r>
              <a:rPr sz="2025" b="0">
                <a:solidFill>
                  <a:srgbClr val="18364B"/>
                </a:solidFill>
                <a:latin typeface="Arial"/>
                <a:ea typeface="Arial"/>
                <a:cs typeface="Arial"/>
              </a:rPr>
              <a:t>training pairs</a:t>
            </a:r>
          </a:p>
        </p:txBody>
      </p:sp>
      <p:sp>
        <p:nvSpPr>
          <p:cNvPr id="6" name="">
            <a:extLst xmlns:a="http://schemas.openxmlformats.org/drawingml/2006/main">
              <a:ext uri="{FF2B5EF4-FFF2-40B4-BE49-F238E27FC236}">
                <a16:creationId xmlns:a16="http://schemas.microsoft.com/office/drawing/2014/main" id="{2894E38E-2E40-4111-B0C1-1F4FF56D9266}"/>
              </a:ext>
            </a:extLst>
          </p:cNvPr>
          <p:cNvSpPr>
            <a:spLocks xmlns:a="http://schemas.openxmlformats.org/drawingml/2006/main" noGrp="1"/>
          </p:cNvSpPr>
          <p:nvPr/>
        </p:nvSpPr>
        <p:spPr>
          <a:xfrm xmlns:a="http://schemas.openxmlformats.org/drawingml/2006/main">
            <a:off x="4429125" y="2333625"/>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18364B"/>
                </a:solidFill>
                <a:latin typeface="Arial"/>
                <a:ea typeface="Arial"/>
                <a:cs typeface="Arial"/>
              </a:defRPr>
            </a:defPPr>
            <a:lvl1pPr>
              <a:defRPr sz="4800" b="1">
                <a:solidFill>
                  <a:srgbClr val="18364B"/>
                </a:solidFill>
                <a:latin typeface="Arial"/>
                <a:ea typeface="Arial"/>
                <a:cs typeface="Arial"/>
              </a:defRPr>
            </a:lvl1pPr>
            <a:lvl2pPr>
              <a:defRPr sz="4800" b="1">
                <a:solidFill>
                  <a:srgbClr val="18364B"/>
                </a:solidFill>
                <a:latin typeface="Arial"/>
                <a:ea typeface="Arial"/>
                <a:cs typeface="Arial"/>
              </a:defRPr>
            </a:lvl2pPr>
            <a:lvl3pPr>
              <a:defRPr sz="4800" b="1">
                <a:solidFill>
                  <a:srgbClr val="18364B"/>
                </a:solidFill>
                <a:latin typeface="Arial"/>
                <a:ea typeface="Arial"/>
                <a:cs typeface="Arial"/>
              </a:defRPr>
            </a:lvl3pPr>
            <a:lvl4pPr>
              <a:defRPr sz="4800" b="1">
                <a:solidFill>
                  <a:srgbClr val="18364B"/>
                </a:solidFill>
                <a:latin typeface="Arial"/>
                <a:ea typeface="Arial"/>
                <a:cs typeface="Arial"/>
              </a:defRPr>
            </a:lvl4pPr>
            <a:lvl5pPr>
              <a:defRPr sz="4800" b="1">
                <a:solidFill>
                  <a:srgbClr val="18364B"/>
                </a:solidFill>
                <a:latin typeface="Arial"/>
                <a:ea typeface="Arial"/>
                <a:cs typeface="Arial"/>
              </a:defRPr>
            </a:lvl5pPr>
            <a:lvl6pPr>
              <a:defRPr sz="4800" b="1">
                <a:solidFill>
                  <a:srgbClr val="18364B"/>
                </a:solidFill>
                <a:latin typeface="Arial"/>
                <a:ea typeface="Arial"/>
                <a:cs typeface="Arial"/>
              </a:defRPr>
            </a:lvl6pPr>
            <a:lvl7pPr>
              <a:defRPr sz="4800" b="1">
                <a:solidFill>
                  <a:srgbClr val="18364B"/>
                </a:solidFill>
                <a:latin typeface="Arial"/>
                <a:ea typeface="Arial"/>
                <a:cs typeface="Arial"/>
              </a:defRPr>
            </a:lvl7pPr>
            <a:lvl8pPr>
              <a:defRPr sz="4800" b="1">
                <a:solidFill>
                  <a:srgbClr val="18364B"/>
                </a:solidFill>
                <a:latin typeface="Arial"/>
                <a:ea typeface="Arial"/>
                <a:cs typeface="Arial"/>
              </a:defRPr>
            </a:lvl8pPr>
            <a:lvl9pPr>
              <a:defRPr sz="4800" b="1">
                <a:solidFill>
                  <a:srgbClr val="18364B"/>
                </a:solidFill>
                <a:latin typeface="Arial"/>
                <a:ea typeface="Arial"/>
                <a:cs typeface="Arial"/>
              </a:defRPr>
            </a:lvl9pPr>
          </a:lstStyle>
          <a:p xmlns:a="http://schemas.openxmlformats.org/drawingml/2006/main">
            <a:pPr>
              <a:defRPr sz="4800" b="1">
                <a:solidFill>
                  <a:srgbClr val="18364B"/>
                </a:solidFill>
                <a:latin typeface="Arial"/>
                <a:ea typeface="Arial"/>
                <a:cs typeface="Arial"/>
              </a:defRPr>
            </a:pPr>
            <a:r>
              <a:rPr sz="4800" b="1">
                <a:solidFill>
                  <a:srgbClr val="18364B"/>
                </a:solidFill>
                <a:latin typeface="Arial"/>
                <a:ea typeface="Arial"/>
                <a:cs typeface="Arial"/>
              </a:rPr>
              <a:t>1,245</a:t>
            </a:r>
          </a:p>
        </p:txBody>
      </p:sp>
      <p:sp>
        <p:nvSpPr>
          <p:cNvPr id="7" name="">
            <a:extLst xmlns:a="http://schemas.openxmlformats.org/drawingml/2006/main">
              <a:ext uri="{FF2B5EF4-FFF2-40B4-BE49-F238E27FC236}">
                <a16:creationId xmlns:a16="http://schemas.microsoft.com/office/drawing/2014/main" id="{D616186F-52F6-4EDD-8040-53E47E75D5E2}"/>
              </a:ext>
            </a:extLst>
          </p:cNvPr>
          <p:cNvSpPr>
            <a:spLocks xmlns:a="http://schemas.openxmlformats.org/drawingml/2006/main" noGrp="1"/>
          </p:cNvSpPr>
          <p:nvPr/>
        </p:nvSpPr>
        <p:spPr>
          <a:xfrm xmlns:a="http://schemas.openxmlformats.org/drawingml/2006/main">
            <a:off x="4467225" y="3400425"/>
            <a:ext cx="338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64B"/>
                </a:solidFill>
                <a:latin typeface="Arial"/>
                <a:ea typeface="Arial"/>
                <a:cs typeface="Arial"/>
              </a:defRPr>
            </a:defPPr>
            <a:lvl1pPr>
              <a:defRPr sz="2025" b="0">
                <a:solidFill>
                  <a:srgbClr val="18364B"/>
                </a:solidFill>
                <a:latin typeface="Arial"/>
                <a:ea typeface="Arial"/>
                <a:cs typeface="Arial"/>
              </a:defRPr>
            </a:lvl1pPr>
            <a:lvl2pPr>
              <a:defRPr sz="2025" b="0">
                <a:solidFill>
                  <a:srgbClr val="18364B"/>
                </a:solidFill>
                <a:latin typeface="Arial"/>
                <a:ea typeface="Arial"/>
                <a:cs typeface="Arial"/>
              </a:defRPr>
            </a:lvl2pPr>
            <a:lvl3pPr>
              <a:defRPr sz="2025" b="0">
                <a:solidFill>
                  <a:srgbClr val="18364B"/>
                </a:solidFill>
                <a:latin typeface="Arial"/>
                <a:ea typeface="Arial"/>
                <a:cs typeface="Arial"/>
              </a:defRPr>
            </a:lvl3pPr>
            <a:lvl4pPr>
              <a:defRPr sz="2025" b="0">
                <a:solidFill>
                  <a:srgbClr val="18364B"/>
                </a:solidFill>
                <a:latin typeface="Arial"/>
                <a:ea typeface="Arial"/>
                <a:cs typeface="Arial"/>
              </a:defRPr>
            </a:lvl4pPr>
            <a:lvl5pPr>
              <a:defRPr sz="2025" b="0">
                <a:solidFill>
                  <a:srgbClr val="18364B"/>
                </a:solidFill>
                <a:latin typeface="Arial"/>
                <a:ea typeface="Arial"/>
                <a:cs typeface="Arial"/>
              </a:defRPr>
            </a:lvl5pPr>
            <a:lvl6pPr>
              <a:defRPr sz="2025" b="0">
                <a:solidFill>
                  <a:srgbClr val="18364B"/>
                </a:solidFill>
                <a:latin typeface="Arial"/>
                <a:ea typeface="Arial"/>
                <a:cs typeface="Arial"/>
              </a:defRPr>
            </a:lvl6pPr>
            <a:lvl7pPr>
              <a:defRPr sz="2025" b="0">
                <a:solidFill>
                  <a:srgbClr val="18364B"/>
                </a:solidFill>
                <a:latin typeface="Arial"/>
                <a:ea typeface="Arial"/>
                <a:cs typeface="Arial"/>
              </a:defRPr>
            </a:lvl7pPr>
            <a:lvl8pPr>
              <a:defRPr sz="2025" b="0">
                <a:solidFill>
                  <a:srgbClr val="18364B"/>
                </a:solidFill>
                <a:latin typeface="Arial"/>
                <a:ea typeface="Arial"/>
                <a:cs typeface="Arial"/>
              </a:defRPr>
            </a:lvl8pPr>
            <a:lvl9pPr>
              <a:defRPr sz="2025" b="0">
                <a:solidFill>
                  <a:srgbClr val="18364B"/>
                </a:solidFill>
                <a:latin typeface="Arial"/>
                <a:ea typeface="Arial"/>
                <a:cs typeface="Arial"/>
              </a:defRPr>
            </a:lvl9pPr>
          </a:lstStyle>
          <a:p xmlns:a="http://schemas.openxmlformats.org/drawingml/2006/main">
            <a:pPr>
              <a:defRPr sz="2025" b="0">
                <a:solidFill>
                  <a:srgbClr val="18364B"/>
                </a:solidFill>
                <a:latin typeface="Arial"/>
                <a:ea typeface="Arial"/>
                <a:cs typeface="Arial"/>
              </a:defRPr>
            </a:pPr>
            <a:r>
              <a:rPr sz="2025" b="0">
                <a:solidFill>
                  <a:srgbClr val="18364B"/>
                </a:solidFill>
                <a:latin typeface="Arial"/>
                <a:ea typeface="Arial"/>
                <a:cs typeface="Arial"/>
              </a:rPr>
              <a:t>validation pairs</a:t>
            </a:r>
          </a:p>
        </p:txBody>
      </p:sp>
      <p:sp>
        <p:nvSpPr>
          <p:cNvPr id="8" name="">
            <a:extLst xmlns:a="http://schemas.openxmlformats.org/drawingml/2006/main">
              <a:ext uri="{FF2B5EF4-FFF2-40B4-BE49-F238E27FC236}">
                <a16:creationId xmlns:a16="http://schemas.microsoft.com/office/drawing/2014/main" id="{7753701F-73AF-4493-8BEA-5EE8A670B7DE}"/>
              </a:ext>
            </a:extLst>
          </p:cNvPr>
          <p:cNvSpPr>
            <a:spLocks xmlns:a="http://schemas.openxmlformats.org/drawingml/2006/main" noGrp="1"/>
          </p:cNvSpPr>
          <p:nvPr/>
        </p:nvSpPr>
        <p:spPr>
          <a:xfrm xmlns:a="http://schemas.openxmlformats.org/drawingml/2006/main">
            <a:off x="8191500" y="2333625"/>
            <a:ext cx="342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18364B"/>
                </a:solidFill>
                <a:latin typeface="Arial"/>
                <a:ea typeface="Arial"/>
                <a:cs typeface="Arial"/>
              </a:defRPr>
            </a:defPPr>
            <a:lvl1pPr>
              <a:defRPr sz="4800" b="1">
                <a:solidFill>
                  <a:srgbClr val="18364B"/>
                </a:solidFill>
                <a:latin typeface="Arial"/>
                <a:ea typeface="Arial"/>
                <a:cs typeface="Arial"/>
              </a:defRPr>
            </a:lvl1pPr>
            <a:lvl2pPr>
              <a:defRPr sz="4800" b="1">
                <a:solidFill>
                  <a:srgbClr val="18364B"/>
                </a:solidFill>
                <a:latin typeface="Arial"/>
                <a:ea typeface="Arial"/>
                <a:cs typeface="Arial"/>
              </a:defRPr>
            </a:lvl2pPr>
            <a:lvl3pPr>
              <a:defRPr sz="4800" b="1">
                <a:solidFill>
                  <a:srgbClr val="18364B"/>
                </a:solidFill>
                <a:latin typeface="Arial"/>
                <a:ea typeface="Arial"/>
                <a:cs typeface="Arial"/>
              </a:defRPr>
            </a:lvl3pPr>
            <a:lvl4pPr>
              <a:defRPr sz="4800" b="1">
                <a:solidFill>
                  <a:srgbClr val="18364B"/>
                </a:solidFill>
                <a:latin typeface="Arial"/>
                <a:ea typeface="Arial"/>
                <a:cs typeface="Arial"/>
              </a:defRPr>
            </a:lvl4pPr>
            <a:lvl5pPr>
              <a:defRPr sz="4800" b="1">
                <a:solidFill>
                  <a:srgbClr val="18364B"/>
                </a:solidFill>
                <a:latin typeface="Arial"/>
                <a:ea typeface="Arial"/>
                <a:cs typeface="Arial"/>
              </a:defRPr>
            </a:lvl5pPr>
            <a:lvl6pPr>
              <a:defRPr sz="4800" b="1">
                <a:solidFill>
                  <a:srgbClr val="18364B"/>
                </a:solidFill>
                <a:latin typeface="Arial"/>
                <a:ea typeface="Arial"/>
                <a:cs typeface="Arial"/>
              </a:defRPr>
            </a:lvl6pPr>
            <a:lvl7pPr>
              <a:defRPr sz="4800" b="1">
                <a:solidFill>
                  <a:srgbClr val="18364B"/>
                </a:solidFill>
                <a:latin typeface="Arial"/>
                <a:ea typeface="Arial"/>
                <a:cs typeface="Arial"/>
              </a:defRPr>
            </a:lvl7pPr>
            <a:lvl8pPr>
              <a:defRPr sz="4800" b="1">
                <a:solidFill>
                  <a:srgbClr val="18364B"/>
                </a:solidFill>
                <a:latin typeface="Arial"/>
                <a:ea typeface="Arial"/>
                <a:cs typeface="Arial"/>
              </a:defRPr>
            </a:lvl8pPr>
            <a:lvl9pPr>
              <a:defRPr sz="4800" b="1">
                <a:solidFill>
                  <a:srgbClr val="18364B"/>
                </a:solidFill>
                <a:latin typeface="Arial"/>
                <a:ea typeface="Arial"/>
                <a:cs typeface="Arial"/>
              </a:defRPr>
            </a:lvl9pPr>
          </a:lstStyle>
          <a:p xmlns:a="http://schemas.openxmlformats.org/drawingml/2006/main">
            <a:pPr>
              <a:defRPr sz="4800" b="1">
                <a:solidFill>
                  <a:srgbClr val="18364B"/>
                </a:solidFill>
                <a:latin typeface="Arial"/>
                <a:ea typeface="Arial"/>
                <a:cs typeface="Arial"/>
              </a:defRPr>
            </a:pPr>
            <a:r>
              <a:rPr sz="4800" b="1">
                <a:solidFill>
                  <a:srgbClr val="18364B"/>
                </a:solidFill>
                <a:latin typeface="Arial"/>
                <a:ea typeface="Arial"/>
                <a:cs typeface="Arial"/>
              </a:rPr>
              <a:t>1,267</a:t>
            </a:r>
          </a:p>
        </p:txBody>
      </p:sp>
      <p:sp>
        <p:nvSpPr>
          <p:cNvPr id="9" name="">
            <a:extLst xmlns:a="http://schemas.openxmlformats.org/drawingml/2006/main">
              <a:ext uri="{FF2B5EF4-FFF2-40B4-BE49-F238E27FC236}">
                <a16:creationId xmlns:a16="http://schemas.microsoft.com/office/drawing/2014/main" id="{A683B709-0878-4EB8-8F2F-9A263E9CA25D}"/>
              </a:ext>
            </a:extLst>
          </p:cNvPr>
          <p:cNvSpPr>
            <a:spLocks xmlns:a="http://schemas.openxmlformats.org/drawingml/2006/main" noGrp="1"/>
          </p:cNvSpPr>
          <p:nvPr/>
        </p:nvSpPr>
        <p:spPr>
          <a:xfrm xmlns:a="http://schemas.openxmlformats.org/drawingml/2006/main">
            <a:off x="8229600" y="3400425"/>
            <a:ext cx="338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8364B"/>
                </a:solidFill>
                <a:latin typeface="Arial"/>
                <a:ea typeface="Arial"/>
                <a:cs typeface="Arial"/>
              </a:defRPr>
            </a:defPPr>
            <a:lvl1pPr>
              <a:defRPr sz="2025" b="0">
                <a:solidFill>
                  <a:srgbClr val="18364B"/>
                </a:solidFill>
                <a:latin typeface="Arial"/>
                <a:ea typeface="Arial"/>
                <a:cs typeface="Arial"/>
              </a:defRPr>
            </a:lvl1pPr>
            <a:lvl2pPr>
              <a:defRPr sz="2025" b="0">
                <a:solidFill>
                  <a:srgbClr val="18364B"/>
                </a:solidFill>
                <a:latin typeface="Arial"/>
                <a:ea typeface="Arial"/>
                <a:cs typeface="Arial"/>
              </a:defRPr>
            </a:lvl2pPr>
            <a:lvl3pPr>
              <a:defRPr sz="2025" b="0">
                <a:solidFill>
                  <a:srgbClr val="18364B"/>
                </a:solidFill>
                <a:latin typeface="Arial"/>
                <a:ea typeface="Arial"/>
                <a:cs typeface="Arial"/>
              </a:defRPr>
            </a:lvl3pPr>
            <a:lvl4pPr>
              <a:defRPr sz="2025" b="0">
                <a:solidFill>
                  <a:srgbClr val="18364B"/>
                </a:solidFill>
                <a:latin typeface="Arial"/>
                <a:ea typeface="Arial"/>
                <a:cs typeface="Arial"/>
              </a:defRPr>
            </a:lvl4pPr>
            <a:lvl5pPr>
              <a:defRPr sz="2025" b="0">
                <a:solidFill>
                  <a:srgbClr val="18364B"/>
                </a:solidFill>
                <a:latin typeface="Arial"/>
                <a:ea typeface="Arial"/>
                <a:cs typeface="Arial"/>
              </a:defRPr>
            </a:lvl5pPr>
            <a:lvl6pPr>
              <a:defRPr sz="2025" b="0">
                <a:solidFill>
                  <a:srgbClr val="18364B"/>
                </a:solidFill>
                <a:latin typeface="Arial"/>
                <a:ea typeface="Arial"/>
                <a:cs typeface="Arial"/>
              </a:defRPr>
            </a:lvl6pPr>
            <a:lvl7pPr>
              <a:defRPr sz="2025" b="0">
                <a:solidFill>
                  <a:srgbClr val="18364B"/>
                </a:solidFill>
                <a:latin typeface="Arial"/>
                <a:ea typeface="Arial"/>
                <a:cs typeface="Arial"/>
              </a:defRPr>
            </a:lvl7pPr>
            <a:lvl8pPr>
              <a:defRPr sz="2025" b="0">
                <a:solidFill>
                  <a:srgbClr val="18364B"/>
                </a:solidFill>
                <a:latin typeface="Arial"/>
                <a:ea typeface="Arial"/>
                <a:cs typeface="Arial"/>
              </a:defRPr>
            </a:lvl8pPr>
            <a:lvl9pPr>
              <a:defRPr sz="2025" b="0">
                <a:solidFill>
                  <a:srgbClr val="18364B"/>
                </a:solidFill>
                <a:latin typeface="Arial"/>
                <a:ea typeface="Arial"/>
                <a:cs typeface="Arial"/>
              </a:defRPr>
            </a:lvl9pPr>
          </a:lstStyle>
          <a:p xmlns:a="http://schemas.openxmlformats.org/drawingml/2006/main">
            <a:pPr>
              <a:defRPr sz="2025" b="0">
                <a:solidFill>
                  <a:srgbClr val="18364B"/>
                </a:solidFill>
                <a:latin typeface="Arial"/>
                <a:ea typeface="Arial"/>
                <a:cs typeface="Arial"/>
              </a:defRPr>
            </a:pPr>
            <a:r>
              <a:rPr sz="2025" b="0">
                <a:solidFill>
                  <a:srgbClr val="18364B"/>
                </a:solidFill>
                <a:latin typeface="Arial"/>
                <a:ea typeface="Arial"/>
                <a:cs typeface="Arial"/>
              </a:rPr>
              <a:t>test pairs</a:t>
            </a:r>
          </a:p>
        </p:txBody>
      </p:sp>
      <p:sp>
        <p:nvSpPr>
          <p:cNvPr id="10" name="">
            <a:extLst xmlns:a="http://schemas.openxmlformats.org/drawingml/2006/main">
              <a:ext uri="{FF2B5EF4-FFF2-40B4-BE49-F238E27FC236}">
                <a16:creationId xmlns:a16="http://schemas.microsoft.com/office/drawing/2014/main" id="{71F73160-3406-4691-9EAD-731025726290}"/>
              </a:ext>
            </a:extLst>
          </p:cNvPr>
          <p:cNvSpPr>
            <a:spLocks xmlns:a="http://schemas.openxmlformats.org/drawingml/2006/main" noGrp="1"/>
          </p:cNvSpPr>
          <p:nvPr/>
        </p:nvSpPr>
        <p:spPr>
          <a:xfrm xmlns:a="http://schemas.openxmlformats.org/drawingml/2006/main">
            <a:off x="666750" y="461962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8364B"/>
                </a:solidFill>
                <a:latin typeface="Arial"/>
                <a:ea typeface="Arial"/>
                <a:cs typeface="Arial"/>
              </a:defRPr>
            </a:defPPr>
            <a:lvl1pPr>
              <a:defRPr sz="2550" b="1">
                <a:solidFill>
                  <a:srgbClr val="18364B"/>
                </a:solidFill>
                <a:latin typeface="Arial"/>
                <a:ea typeface="Arial"/>
                <a:cs typeface="Arial"/>
              </a:defRPr>
            </a:lvl1pPr>
            <a:lvl2pPr>
              <a:defRPr sz="2550" b="1">
                <a:solidFill>
                  <a:srgbClr val="18364B"/>
                </a:solidFill>
                <a:latin typeface="Arial"/>
                <a:ea typeface="Arial"/>
                <a:cs typeface="Arial"/>
              </a:defRPr>
            </a:lvl2pPr>
            <a:lvl3pPr>
              <a:defRPr sz="2550" b="1">
                <a:solidFill>
                  <a:srgbClr val="18364B"/>
                </a:solidFill>
                <a:latin typeface="Arial"/>
                <a:ea typeface="Arial"/>
                <a:cs typeface="Arial"/>
              </a:defRPr>
            </a:lvl3pPr>
            <a:lvl4pPr>
              <a:defRPr sz="2550" b="1">
                <a:solidFill>
                  <a:srgbClr val="18364B"/>
                </a:solidFill>
                <a:latin typeface="Arial"/>
                <a:ea typeface="Arial"/>
                <a:cs typeface="Arial"/>
              </a:defRPr>
            </a:lvl4pPr>
            <a:lvl5pPr>
              <a:defRPr sz="2550" b="1">
                <a:solidFill>
                  <a:srgbClr val="18364B"/>
                </a:solidFill>
                <a:latin typeface="Arial"/>
                <a:ea typeface="Arial"/>
                <a:cs typeface="Arial"/>
              </a:defRPr>
            </a:lvl5pPr>
            <a:lvl6pPr>
              <a:defRPr sz="2550" b="1">
                <a:solidFill>
                  <a:srgbClr val="18364B"/>
                </a:solidFill>
                <a:latin typeface="Arial"/>
                <a:ea typeface="Arial"/>
                <a:cs typeface="Arial"/>
              </a:defRPr>
            </a:lvl6pPr>
            <a:lvl7pPr>
              <a:defRPr sz="2550" b="1">
                <a:solidFill>
                  <a:srgbClr val="18364B"/>
                </a:solidFill>
                <a:latin typeface="Arial"/>
                <a:ea typeface="Arial"/>
                <a:cs typeface="Arial"/>
              </a:defRPr>
            </a:lvl7pPr>
            <a:lvl8pPr>
              <a:defRPr sz="2550" b="1">
                <a:solidFill>
                  <a:srgbClr val="18364B"/>
                </a:solidFill>
                <a:latin typeface="Arial"/>
                <a:ea typeface="Arial"/>
                <a:cs typeface="Arial"/>
              </a:defRPr>
            </a:lvl8pPr>
            <a:lvl9pPr>
              <a:defRPr sz="2550" b="1">
                <a:solidFill>
                  <a:srgbClr val="18364B"/>
                </a:solidFill>
                <a:latin typeface="Arial"/>
                <a:ea typeface="Arial"/>
                <a:cs typeface="Arial"/>
              </a:defRPr>
            </a:lvl9pPr>
          </a:lstStyle>
          <a:p xmlns:a="http://schemas.openxmlformats.org/drawingml/2006/main">
            <a:pPr>
              <a:defRPr sz="2550" b="1">
                <a:solidFill>
                  <a:srgbClr val="18364B"/>
                </a:solidFill>
                <a:latin typeface="Arial"/>
                <a:ea typeface="Arial"/>
                <a:cs typeface="Arial"/>
              </a:defRPr>
            </a:pPr>
            <a:r>
              <a:rPr sz="2550" b="1">
                <a:solidFill>
                  <a:srgbClr val="18364B"/>
                </a:solidFill>
                <a:latin typeface="Arial"/>
                <a:ea typeface="Arial"/>
                <a:cs typeface="Arial"/>
              </a:rPr>
              <a:t>2,000-entry BPE</a:t>
            </a:r>
          </a:p>
        </p:txBody>
      </p:sp>
      <p:sp>
        <p:nvSpPr>
          <p:cNvPr id="11" name="">
            <a:extLst xmlns:a="http://schemas.openxmlformats.org/drawingml/2006/main">
              <a:ext uri="{FF2B5EF4-FFF2-40B4-BE49-F238E27FC236}">
                <a16:creationId xmlns:a16="http://schemas.microsoft.com/office/drawing/2014/main" id="{A880508B-4EB2-48DB-809C-009A2C8D6DE2}"/>
              </a:ext>
            </a:extLst>
          </p:cNvPr>
          <p:cNvSpPr>
            <a:spLocks xmlns:a="http://schemas.openxmlformats.org/drawingml/2006/main" noGrp="1"/>
          </p:cNvSpPr>
          <p:nvPr/>
        </p:nvSpPr>
        <p:spPr>
          <a:xfrm xmlns:a="http://schemas.openxmlformats.org/drawingml/2006/main">
            <a:off x="704850" y="52863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878"/>
                </a:solidFill>
                <a:latin typeface="Arial"/>
                <a:ea typeface="Arial"/>
                <a:cs typeface="Arial"/>
              </a:defRPr>
            </a:defPPr>
            <a:lvl1pPr>
              <a:defRPr sz="1875" b="0">
                <a:solidFill>
                  <a:srgbClr val="526878"/>
                </a:solidFill>
                <a:latin typeface="Arial"/>
                <a:ea typeface="Arial"/>
                <a:cs typeface="Arial"/>
              </a:defRPr>
            </a:lvl1pPr>
            <a:lvl2pPr>
              <a:defRPr sz="1875" b="0">
                <a:solidFill>
                  <a:srgbClr val="526878"/>
                </a:solidFill>
                <a:latin typeface="Arial"/>
                <a:ea typeface="Arial"/>
                <a:cs typeface="Arial"/>
              </a:defRPr>
            </a:lvl2pPr>
            <a:lvl3pPr>
              <a:defRPr sz="1875" b="0">
                <a:solidFill>
                  <a:srgbClr val="526878"/>
                </a:solidFill>
                <a:latin typeface="Arial"/>
                <a:ea typeface="Arial"/>
                <a:cs typeface="Arial"/>
              </a:defRPr>
            </a:lvl3pPr>
            <a:lvl4pPr>
              <a:defRPr sz="1875" b="0">
                <a:solidFill>
                  <a:srgbClr val="526878"/>
                </a:solidFill>
                <a:latin typeface="Arial"/>
                <a:ea typeface="Arial"/>
                <a:cs typeface="Arial"/>
              </a:defRPr>
            </a:lvl4pPr>
            <a:lvl5pPr>
              <a:defRPr sz="1875" b="0">
                <a:solidFill>
                  <a:srgbClr val="526878"/>
                </a:solidFill>
                <a:latin typeface="Arial"/>
                <a:ea typeface="Arial"/>
                <a:cs typeface="Arial"/>
              </a:defRPr>
            </a:lvl5pPr>
            <a:lvl6pPr>
              <a:defRPr sz="1875" b="0">
                <a:solidFill>
                  <a:srgbClr val="526878"/>
                </a:solidFill>
                <a:latin typeface="Arial"/>
                <a:ea typeface="Arial"/>
                <a:cs typeface="Arial"/>
              </a:defRPr>
            </a:lvl6pPr>
            <a:lvl7pPr>
              <a:defRPr sz="1875" b="0">
                <a:solidFill>
                  <a:srgbClr val="526878"/>
                </a:solidFill>
                <a:latin typeface="Arial"/>
                <a:ea typeface="Arial"/>
                <a:cs typeface="Arial"/>
              </a:defRPr>
            </a:lvl7pPr>
            <a:lvl8pPr>
              <a:defRPr sz="1875" b="0">
                <a:solidFill>
                  <a:srgbClr val="526878"/>
                </a:solidFill>
                <a:latin typeface="Arial"/>
                <a:ea typeface="Arial"/>
                <a:cs typeface="Arial"/>
              </a:defRPr>
            </a:lvl8pPr>
            <a:lvl9pPr>
              <a:defRPr sz="1875" b="0">
                <a:solidFill>
                  <a:srgbClr val="526878"/>
                </a:solidFill>
                <a:latin typeface="Arial"/>
                <a:ea typeface="Arial"/>
                <a:cs typeface="Arial"/>
              </a:defRPr>
            </a:lvl9pPr>
          </a:lstStyle>
          <a:p xmlns:a="http://schemas.openxmlformats.org/drawingml/2006/main">
            <a:pPr>
              <a:defRPr sz="1875" b="0">
                <a:solidFill>
                  <a:srgbClr val="526878"/>
                </a:solidFill>
                <a:latin typeface="Arial"/>
                <a:ea typeface="Arial"/>
                <a:cs typeface="Arial"/>
              </a:defRPr>
            </a:pPr>
            <a:r>
              <a:rPr sz="1875" b="0">
                <a:solidFill>
                  <a:srgbClr val="526878"/>
                </a:solidFill>
                <a:latin typeface="Arial"/>
                <a:ea typeface="Arial"/>
                <a:cs typeface="Arial"/>
              </a:rPr>
              <a:t>Training-only vocabulary</a:t>
            </a:r>
          </a:p>
        </p:txBody>
      </p:sp>
      <p:sp>
        <p:nvSpPr>
          <p:cNvPr id="12" name="">
            <a:extLst xmlns:a="http://schemas.openxmlformats.org/drawingml/2006/main">
              <a:ext uri="{FF2B5EF4-FFF2-40B4-BE49-F238E27FC236}">
                <a16:creationId xmlns:a16="http://schemas.microsoft.com/office/drawing/2014/main" id="{EF681173-4693-442F-838A-0A1C2A20712B}"/>
              </a:ext>
            </a:extLst>
          </p:cNvPr>
          <p:cNvSpPr>
            <a:spLocks xmlns:a="http://schemas.openxmlformats.org/drawingml/2006/main" noGrp="1"/>
          </p:cNvSpPr>
          <p:nvPr/>
        </p:nvSpPr>
        <p:spPr>
          <a:xfrm xmlns:a="http://schemas.openxmlformats.org/drawingml/2006/main">
            <a:off x="6762750" y="461962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18364B"/>
                </a:solidFill>
                <a:latin typeface="Arial"/>
                <a:ea typeface="Arial"/>
                <a:cs typeface="Arial"/>
              </a:defRPr>
            </a:defPPr>
            <a:lvl1pPr>
              <a:defRPr sz="2550" b="1">
                <a:solidFill>
                  <a:srgbClr val="18364B"/>
                </a:solidFill>
                <a:latin typeface="Arial"/>
                <a:ea typeface="Arial"/>
                <a:cs typeface="Arial"/>
              </a:defRPr>
            </a:lvl1pPr>
            <a:lvl2pPr>
              <a:defRPr sz="2550" b="1">
                <a:solidFill>
                  <a:srgbClr val="18364B"/>
                </a:solidFill>
                <a:latin typeface="Arial"/>
                <a:ea typeface="Arial"/>
                <a:cs typeface="Arial"/>
              </a:defRPr>
            </a:lvl2pPr>
            <a:lvl3pPr>
              <a:defRPr sz="2550" b="1">
                <a:solidFill>
                  <a:srgbClr val="18364B"/>
                </a:solidFill>
                <a:latin typeface="Arial"/>
                <a:ea typeface="Arial"/>
                <a:cs typeface="Arial"/>
              </a:defRPr>
            </a:lvl3pPr>
            <a:lvl4pPr>
              <a:defRPr sz="2550" b="1">
                <a:solidFill>
                  <a:srgbClr val="18364B"/>
                </a:solidFill>
                <a:latin typeface="Arial"/>
                <a:ea typeface="Arial"/>
                <a:cs typeface="Arial"/>
              </a:defRPr>
            </a:lvl4pPr>
            <a:lvl5pPr>
              <a:defRPr sz="2550" b="1">
                <a:solidFill>
                  <a:srgbClr val="18364B"/>
                </a:solidFill>
                <a:latin typeface="Arial"/>
                <a:ea typeface="Arial"/>
                <a:cs typeface="Arial"/>
              </a:defRPr>
            </a:lvl5pPr>
            <a:lvl6pPr>
              <a:defRPr sz="2550" b="1">
                <a:solidFill>
                  <a:srgbClr val="18364B"/>
                </a:solidFill>
                <a:latin typeface="Arial"/>
                <a:ea typeface="Arial"/>
                <a:cs typeface="Arial"/>
              </a:defRPr>
            </a:lvl6pPr>
            <a:lvl7pPr>
              <a:defRPr sz="2550" b="1">
                <a:solidFill>
                  <a:srgbClr val="18364B"/>
                </a:solidFill>
                <a:latin typeface="Arial"/>
                <a:ea typeface="Arial"/>
                <a:cs typeface="Arial"/>
              </a:defRPr>
            </a:lvl7pPr>
            <a:lvl8pPr>
              <a:defRPr sz="2550" b="1">
                <a:solidFill>
                  <a:srgbClr val="18364B"/>
                </a:solidFill>
                <a:latin typeface="Arial"/>
                <a:ea typeface="Arial"/>
                <a:cs typeface="Arial"/>
              </a:defRPr>
            </a:lvl8pPr>
            <a:lvl9pPr>
              <a:defRPr sz="2550" b="1">
                <a:solidFill>
                  <a:srgbClr val="18364B"/>
                </a:solidFill>
                <a:latin typeface="Arial"/>
                <a:ea typeface="Arial"/>
                <a:cs typeface="Arial"/>
              </a:defRPr>
            </a:lvl9pPr>
          </a:lstStyle>
          <a:p xmlns:a="http://schemas.openxmlformats.org/drawingml/2006/main">
            <a:pPr>
              <a:defRPr sz="2550" b="1">
                <a:solidFill>
                  <a:srgbClr val="18364B"/>
                </a:solidFill>
                <a:latin typeface="Arial"/>
                <a:ea typeface="Arial"/>
                <a:cs typeface="Arial"/>
              </a:defRPr>
            </a:pPr>
            <a:r>
              <a:rPr sz="2550" b="1">
                <a:solidFill>
                  <a:srgbClr val="18364B"/>
                </a:solidFill>
                <a:latin typeface="Arial"/>
                <a:ea typeface="Arial"/>
                <a:cs typeface="Arial"/>
              </a:rPr>
              <a:t>48-token limit</a:t>
            </a:r>
          </a:p>
        </p:txBody>
      </p:sp>
      <p:sp>
        <p:nvSpPr>
          <p:cNvPr id="13" name="">
            <a:extLst xmlns:a="http://schemas.openxmlformats.org/drawingml/2006/main">
              <a:ext uri="{FF2B5EF4-FFF2-40B4-BE49-F238E27FC236}">
                <a16:creationId xmlns:a16="http://schemas.microsoft.com/office/drawing/2014/main" id="{A11F2B77-334F-4858-A9DE-061CD12F46B9}"/>
              </a:ext>
            </a:extLst>
          </p:cNvPr>
          <p:cNvSpPr>
            <a:spLocks xmlns:a="http://schemas.openxmlformats.org/drawingml/2006/main" noGrp="1"/>
          </p:cNvSpPr>
          <p:nvPr/>
        </p:nvSpPr>
        <p:spPr>
          <a:xfrm xmlns:a="http://schemas.openxmlformats.org/drawingml/2006/main">
            <a:off x="6800850" y="5286375"/>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878"/>
                </a:solidFill>
                <a:latin typeface="Arial"/>
                <a:ea typeface="Arial"/>
                <a:cs typeface="Arial"/>
              </a:defRPr>
            </a:defPPr>
            <a:lvl1pPr>
              <a:defRPr sz="1875" b="0">
                <a:solidFill>
                  <a:srgbClr val="526878"/>
                </a:solidFill>
                <a:latin typeface="Arial"/>
                <a:ea typeface="Arial"/>
                <a:cs typeface="Arial"/>
              </a:defRPr>
            </a:lvl1pPr>
            <a:lvl2pPr>
              <a:defRPr sz="1875" b="0">
                <a:solidFill>
                  <a:srgbClr val="526878"/>
                </a:solidFill>
                <a:latin typeface="Arial"/>
                <a:ea typeface="Arial"/>
                <a:cs typeface="Arial"/>
              </a:defRPr>
            </a:lvl2pPr>
            <a:lvl3pPr>
              <a:defRPr sz="1875" b="0">
                <a:solidFill>
                  <a:srgbClr val="526878"/>
                </a:solidFill>
                <a:latin typeface="Arial"/>
                <a:ea typeface="Arial"/>
                <a:cs typeface="Arial"/>
              </a:defRPr>
            </a:lvl3pPr>
            <a:lvl4pPr>
              <a:defRPr sz="1875" b="0">
                <a:solidFill>
                  <a:srgbClr val="526878"/>
                </a:solidFill>
                <a:latin typeface="Arial"/>
                <a:ea typeface="Arial"/>
                <a:cs typeface="Arial"/>
              </a:defRPr>
            </a:lvl4pPr>
            <a:lvl5pPr>
              <a:defRPr sz="1875" b="0">
                <a:solidFill>
                  <a:srgbClr val="526878"/>
                </a:solidFill>
                <a:latin typeface="Arial"/>
                <a:ea typeface="Arial"/>
                <a:cs typeface="Arial"/>
              </a:defRPr>
            </a:lvl5pPr>
            <a:lvl6pPr>
              <a:defRPr sz="1875" b="0">
                <a:solidFill>
                  <a:srgbClr val="526878"/>
                </a:solidFill>
                <a:latin typeface="Arial"/>
                <a:ea typeface="Arial"/>
                <a:cs typeface="Arial"/>
              </a:defRPr>
            </a:lvl6pPr>
            <a:lvl7pPr>
              <a:defRPr sz="1875" b="0">
                <a:solidFill>
                  <a:srgbClr val="526878"/>
                </a:solidFill>
                <a:latin typeface="Arial"/>
                <a:ea typeface="Arial"/>
                <a:cs typeface="Arial"/>
              </a:defRPr>
            </a:lvl7pPr>
            <a:lvl8pPr>
              <a:defRPr sz="1875" b="0">
                <a:solidFill>
                  <a:srgbClr val="526878"/>
                </a:solidFill>
                <a:latin typeface="Arial"/>
                <a:ea typeface="Arial"/>
                <a:cs typeface="Arial"/>
              </a:defRPr>
            </a:lvl8pPr>
            <a:lvl9pPr>
              <a:defRPr sz="1875" b="0">
                <a:solidFill>
                  <a:srgbClr val="526878"/>
                </a:solidFill>
                <a:latin typeface="Arial"/>
                <a:ea typeface="Arial"/>
                <a:cs typeface="Arial"/>
              </a:defRPr>
            </a:lvl9pPr>
          </a:lstStyle>
          <a:p xmlns:a="http://schemas.openxmlformats.org/drawingml/2006/main">
            <a:pPr>
              <a:defRPr sz="1875" b="0">
                <a:solidFill>
                  <a:srgbClr val="526878"/>
                </a:solidFill>
                <a:latin typeface="Arial"/>
                <a:ea typeface="Arial"/>
                <a:cs typeface="Arial"/>
              </a:defRPr>
            </a:pPr>
            <a:r>
              <a:rPr sz="1875" b="0">
                <a:solidFill>
                  <a:srgbClr val="526878"/>
                </a:solidFill>
                <a:latin typeface="Arial"/>
                <a:ea typeface="Arial"/>
                <a:cs typeface="Arial"/>
              </a:rPr>
              <a:t>Case and digits preserved</a:t>
            </a:r>
          </a:p>
        </p:txBody>
      </p:sp>
    </p:spTree>
    <p:extLst>
      <p:ext uri="{BB962C8B-B14F-4D97-AF65-F5344CB8AC3E}">
        <p14:creationId xmlns:p14="http://schemas.microsoft.com/office/powerpoint/2010/main" val="1549640490"/>
      </p:ext>
    </p:extLst>
  </p:cSld>
</p:sld>
</file>

<file path=ppt/slides/slide5.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D1ECBE1-9BA1-472D-8F6E-A91727CFDDDA}"/>
              </a:ext>
            </a:extLst>
          </p:cNvPr>
          <p:cNvSpPr>
            <a:spLocks xmlns:a="http://schemas.openxmlformats.org/drawingml/2006/main" noGrp="1"/>
          </p:cNvSpPr>
          <p:nvPr/>
        </p:nvSpPr>
        <p:spPr>
          <a:xfrm xmlns:a="http://schemas.openxmlformats.org/drawingml/2006/main">
            <a:off x="609600" y="3238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7A"/>
                </a:solidFill>
                <a:latin typeface="Arial"/>
                <a:ea typeface="Arial"/>
                <a:cs typeface="Arial"/>
              </a:defRPr>
            </a:defPPr>
            <a:lvl1pPr>
              <a:defRPr sz="1275" b="1">
                <a:solidFill>
                  <a:srgbClr val="007F7A"/>
                </a:solidFill>
                <a:latin typeface="Arial"/>
                <a:ea typeface="Arial"/>
                <a:cs typeface="Arial"/>
              </a:defRPr>
            </a:lvl1pPr>
            <a:lvl2pPr>
              <a:defRPr sz="1275" b="1">
                <a:solidFill>
                  <a:srgbClr val="007F7A"/>
                </a:solidFill>
                <a:latin typeface="Arial"/>
                <a:ea typeface="Arial"/>
                <a:cs typeface="Arial"/>
              </a:defRPr>
            </a:lvl2pPr>
            <a:lvl3pPr>
              <a:defRPr sz="1275" b="1">
                <a:solidFill>
                  <a:srgbClr val="007F7A"/>
                </a:solidFill>
                <a:latin typeface="Arial"/>
                <a:ea typeface="Arial"/>
                <a:cs typeface="Arial"/>
              </a:defRPr>
            </a:lvl3pPr>
            <a:lvl4pPr>
              <a:defRPr sz="1275" b="1">
                <a:solidFill>
                  <a:srgbClr val="007F7A"/>
                </a:solidFill>
                <a:latin typeface="Arial"/>
                <a:ea typeface="Arial"/>
                <a:cs typeface="Arial"/>
              </a:defRPr>
            </a:lvl4pPr>
            <a:lvl5pPr>
              <a:defRPr sz="1275" b="1">
                <a:solidFill>
                  <a:srgbClr val="007F7A"/>
                </a:solidFill>
                <a:latin typeface="Arial"/>
                <a:ea typeface="Arial"/>
                <a:cs typeface="Arial"/>
              </a:defRPr>
            </a:lvl5pPr>
            <a:lvl6pPr>
              <a:defRPr sz="1275" b="1">
                <a:solidFill>
                  <a:srgbClr val="007F7A"/>
                </a:solidFill>
                <a:latin typeface="Arial"/>
                <a:ea typeface="Arial"/>
                <a:cs typeface="Arial"/>
              </a:defRPr>
            </a:lvl6pPr>
            <a:lvl7pPr>
              <a:defRPr sz="1275" b="1">
                <a:solidFill>
                  <a:srgbClr val="007F7A"/>
                </a:solidFill>
                <a:latin typeface="Arial"/>
                <a:ea typeface="Arial"/>
                <a:cs typeface="Arial"/>
              </a:defRPr>
            </a:lvl7pPr>
            <a:lvl8pPr>
              <a:defRPr sz="1275" b="1">
                <a:solidFill>
                  <a:srgbClr val="007F7A"/>
                </a:solidFill>
                <a:latin typeface="Arial"/>
                <a:ea typeface="Arial"/>
                <a:cs typeface="Arial"/>
              </a:defRPr>
            </a:lvl8pPr>
            <a:lvl9pPr>
              <a:defRPr sz="1275" b="1">
                <a:solidFill>
                  <a:srgbClr val="007F7A"/>
                </a:solidFill>
                <a:latin typeface="Arial"/>
                <a:ea typeface="Arial"/>
                <a:cs typeface="Arial"/>
              </a:defRPr>
            </a:lvl9pPr>
          </a:lstStyle>
          <a:p xmlns:a="http://schemas.openxmlformats.org/drawingml/2006/main">
            <a:pPr>
              <a:defRPr sz="1275" b="1">
                <a:solidFill>
                  <a:srgbClr val="007F7A"/>
                </a:solidFill>
                <a:latin typeface="Arial"/>
                <a:ea typeface="Arial"/>
                <a:cs typeface="Arial"/>
              </a:defRPr>
            </a:pPr>
            <a:r>
              <a:rPr sz="1275" b="1">
                <a:solidFill>
                  <a:srgbClr val="007F7A"/>
                </a:solidFill>
                <a:latin typeface="Arial"/>
                <a:ea typeface="Arial"/>
                <a:cs typeface="Arial"/>
              </a:rPr>
              <a:t>04 / MODELING</a:t>
            </a:r>
          </a:p>
        </p:txBody>
      </p:sp>
      <p:sp>
        <p:nvSpPr>
          <p:cNvPr id="2" name="">
            <a:extLst xmlns:a="http://schemas.openxmlformats.org/drawingml/2006/main">
              <a:ext uri="{FF2B5EF4-FFF2-40B4-BE49-F238E27FC236}">
                <a16:creationId xmlns:a16="http://schemas.microsoft.com/office/drawing/2014/main" id="{9567EB34-D2D3-45A5-BBAF-AD89626DAD36}"/>
              </a:ext>
            </a:extLst>
          </p:cNvPr>
          <p:cNvSpPr>
            <a:spLocks xmlns:a="http://schemas.openxmlformats.org/drawingml/2006/main" noGrp="1"/>
          </p:cNvSpPr>
          <p:nvPr/>
        </p:nvSpPr>
        <p:spPr>
          <a:xfrm xmlns:a="http://schemas.openxmlformats.org/drawingml/2006/main">
            <a:off x="609600" y="85725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18364B"/>
                </a:solidFill>
                <a:latin typeface="Arial"/>
                <a:ea typeface="Arial"/>
                <a:cs typeface="Arial"/>
              </a:defRPr>
            </a:defPPr>
            <a:lvl1pPr>
              <a:defRPr sz="3525" b="1">
                <a:solidFill>
                  <a:srgbClr val="18364B"/>
                </a:solidFill>
                <a:latin typeface="Arial"/>
                <a:ea typeface="Arial"/>
                <a:cs typeface="Arial"/>
              </a:defRPr>
            </a:lvl1pPr>
            <a:lvl2pPr>
              <a:defRPr sz="3525" b="1">
                <a:solidFill>
                  <a:srgbClr val="18364B"/>
                </a:solidFill>
                <a:latin typeface="Arial"/>
                <a:ea typeface="Arial"/>
                <a:cs typeface="Arial"/>
              </a:defRPr>
            </a:lvl2pPr>
            <a:lvl3pPr>
              <a:defRPr sz="3525" b="1">
                <a:solidFill>
                  <a:srgbClr val="18364B"/>
                </a:solidFill>
                <a:latin typeface="Arial"/>
                <a:ea typeface="Arial"/>
                <a:cs typeface="Arial"/>
              </a:defRPr>
            </a:lvl3pPr>
            <a:lvl4pPr>
              <a:defRPr sz="3525" b="1">
                <a:solidFill>
                  <a:srgbClr val="18364B"/>
                </a:solidFill>
                <a:latin typeface="Arial"/>
                <a:ea typeface="Arial"/>
                <a:cs typeface="Arial"/>
              </a:defRPr>
            </a:lvl4pPr>
            <a:lvl5pPr>
              <a:defRPr sz="3525" b="1">
                <a:solidFill>
                  <a:srgbClr val="18364B"/>
                </a:solidFill>
                <a:latin typeface="Arial"/>
                <a:ea typeface="Arial"/>
                <a:cs typeface="Arial"/>
              </a:defRPr>
            </a:lvl5pPr>
            <a:lvl6pPr>
              <a:defRPr sz="3525" b="1">
                <a:solidFill>
                  <a:srgbClr val="18364B"/>
                </a:solidFill>
                <a:latin typeface="Arial"/>
                <a:ea typeface="Arial"/>
                <a:cs typeface="Arial"/>
              </a:defRPr>
            </a:lvl6pPr>
            <a:lvl7pPr>
              <a:defRPr sz="3525" b="1">
                <a:solidFill>
                  <a:srgbClr val="18364B"/>
                </a:solidFill>
                <a:latin typeface="Arial"/>
                <a:ea typeface="Arial"/>
                <a:cs typeface="Arial"/>
              </a:defRPr>
            </a:lvl7pPr>
            <a:lvl8pPr>
              <a:defRPr sz="3525" b="1">
                <a:solidFill>
                  <a:srgbClr val="18364B"/>
                </a:solidFill>
                <a:latin typeface="Arial"/>
                <a:ea typeface="Arial"/>
                <a:cs typeface="Arial"/>
              </a:defRPr>
            </a:lvl8pPr>
            <a:lvl9pPr>
              <a:defRPr sz="3525" b="1">
                <a:solidFill>
                  <a:srgbClr val="18364B"/>
                </a:solidFill>
                <a:latin typeface="Arial"/>
                <a:ea typeface="Arial"/>
                <a:cs typeface="Arial"/>
              </a:defRPr>
            </a:lvl9pPr>
          </a:lstStyle>
          <a:p xmlns:a="http://schemas.openxmlformats.org/drawingml/2006/main">
            <a:pPr>
              <a:defRPr sz="3525" b="1">
                <a:solidFill>
                  <a:srgbClr val="18364B"/>
                </a:solidFill>
                <a:latin typeface="Arial"/>
                <a:ea typeface="Arial"/>
                <a:cs typeface="Arial"/>
              </a:defRPr>
            </a:pPr>
            <a:r>
              <a:rPr sz="3525" b="1">
                <a:solidFill>
                  <a:srgbClr val="18364B"/>
                </a:solidFill>
                <a:latin typeface="Arial"/>
                <a:ea typeface="Arial"/>
                <a:cs typeface="Arial"/>
              </a:rPr>
              <a:t>A shared encoder-decoder architecture</a:t>
            </a:r>
          </a:p>
        </p:txBody>
      </p:sp>
      <p:sp>
        <p:nvSpPr>
          <p:cNvPr id="3" name="">
            <a:extLst xmlns:a="http://schemas.openxmlformats.org/drawingml/2006/main">
              <a:ext uri="{FF2B5EF4-FFF2-40B4-BE49-F238E27FC236}">
                <a16:creationId xmlns:a16="http://schemas.microsoft.com/office/drawing/2014/main" id="{9A5B77F3-C205-49BC-AAEB-86CC4852739E}"/>
              </a:ext>
            </a:extLst>
          </p:cNvPr>
          <p:cNvSpPr>
            <a:spLocks xmlns:a="http://schemas.openxmlformats.org/drawingml/2006/main" noGrp="1"/>
          </p:cNvSpPr>
          <p:nvPr/>
        </p:nvSpPr>
        <p:spPr>
          <a:xfrm xmlns:a="http://schemas.openxmlformats.org/drawingml/2006/main">
            <a:off x="11096625" y="63150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878"/>
                </a:solidFill>
                <a:latin typeface="Arial"/>
                <a:ea typeface="Arial"/>
                <a:cs typeface="Arial"/>
              </a:defRPr>
            </a:defPPr>
            <a:lvl1pPr>
              <a:defRPr sz="1200" b="0">
                <a:solidFill>
                  <a:srgbClr val="526878"/>
                </a:solidFill>
                <a:latin typeface="Arial"/>
                <a:ea typeface="Arial"/>
                <a:cs typeface="Arial"/>
              </a:defRPr>
            </a:lvl1pPr>
            <a:lvl2pPr>
              <a:defRPr sz="1200" b="0">
                <a:solidFill>
                  <a:srgbClr val="526878"/>
                </a:solidFill>
                <a:latin typeface="Arial"/>
                <a:ea typeface="Arial"/>
                <a:cs typeface="Arial"/>
              </a:defRPr>
            </a:lvl2pPr>
            <a:lvl3pPr>
              <a:defRPr sz="1200" b="0">
                <a:solidFill>
                  <a:srgbClr val="526878"/>
                </a:solidFill>
                <a:latin typeface="Arial"/>
                <a:ea typeface="Arial"/>
                <a:cs typeface="Arial"/>
              </a:defRPr>
            </a:lvl3pPr>
            <a:lvl4pPr>
              <a:defRPr sz="1200" b="0">
                <a:solidFill>
                  <a:srgbClr val="526878"/>
                </a:solidFill>
                <a:latin typeface="Arial"/>
                <a:ea typeface="Arial"/>
                <a:cs typeface="Arial"/>
              </a:defRPr>
            </a:lvl4pPr>
            <a:lvl5pPr>
              <a:defRPr sz="1200" b="0">
                <a:solidFill>
                  <a:srgbClr val="526878"/>
                </a:solidFill>
                <a:latin typeface="Arial"/>
                <a:ea typeface="Arial"/>
                <a:cs typeface="Arial"/>
              </a:defRPr>
            </a:lvl5pPr>
            <a:lvl6pPr>
              <a:defRPr sz="1200" b="0">
                <a:solidFill>
                  <a:srgbClr val="526878"/>
                </a:solidFill>
                <a:latin typeface="Arial"/>
                <a:ea typeface="Arial"/>
                <a:cs typeface="Arial"/>
              </a:defRPr>
            </a:lvl6pPr>
            <a:lvl7pPr>
              <a:defRPr sz="1200" b="0">
                <a:solidFill>
                  <a:srgbClr val="526878"/>
                </a:solidFill>
                <a:latin typeface="Arial"/>
                <a:ea typeface="Arial"/>
                <a:cs typeface="Arial"/>
              </a:defRPr>
            </a:lvl7pPr>
            <a:lvl8pPr>
              <a:defRPr sz="1200" b="0">
                <a:solidFill>
                  <a:srgbClr val="526878"/>
                </a:solidFill>
                <a:latin typeface="Arial"/>
                <a:ea typeface="Arial"/>
                <a:cs typeface="Arial"/>
              </a:defRPr>
            </a:lvl8pPr>
            <a:lvl9pPr>
              <a:defRPr sz="1200" b="0">
                <a:solidFill>
                  <a:srgbClr val="526878"/>
                </a:solidFill>
                <a:latin typeface="Arial"/>
                <a:ea typeface="Arial"/>
                <a:cs typeface="Arial"/>
              </a:defRPr>
            </a:lvl9pPr>
          </a:lstStyle>
          <a:p xmlns:a="http://schemas.openxmlformats.org/drawingml/2006/main">
            <a:pPr>
              <a:defRPr sz="1200" b="0">
                <a:solidFill>
                  <a:srgbClr val="526878"/>
                </a:solidFill>
                <a:latin typeface="Arial"/>
                <a:ea typeface="Arial"/>
                <a:cs typeface="Arial"/>
              </a:defRPr>
            </a:pPr>
            <a:r>
              <a:rPr sz="1200" b="0">
                <a:solidFill>
                  <a:srgbClr val="526878"/>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2629E978-2088-4F70-A2FD-9BE585043972}"/>
              </a:ext>
            </a:extLst>
          </p:cNvPr>
          <p:cNvSpPr>
            <a:spLocks xmlns:a="http://schemas.openxmlformats.org/drawingml/2006/main" noGrp="1"/>
          </p:cNvSpPr>
          <p:nvPr/>
        </p:nvSpPr>
        <p:spPr>
          <a:xfrm xmlns:a="http://schemas.openxmlformats.org/drawingml/2006/main">
            <a:off x="666750" y="228600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F7A"/>
                </a:solidFill>
                <a:latin typeface="Arial"/>
                <a:ea typeface="Arial"/>
                <a:cs typeface="Arial"/>
              </a:defRPr>
            </a:defPPr>
            <a:lvl1pPr>
              <a:defRPr sz="1350" b="1">
                <a:solidFill>
                  <a:srgbClr val="007F7A"/>
                </a:solidFill>
                <a:latin typeface="Arial"/>
                <a:ea typeface="Arial"/>
                <a:cs typeface="Arial"/>
              </a:defRPr>
            </a:lvl1pPr>
            <a:lvl2pPr>
              <a:defRPr sz="1350" b="1">
                <a:solidFill>
                  <a:srgbClr val="007F7A"/>
                </a:solidFill>
                <a:latin typeface="Arial"/>
                <a:ea typeface="Arial"/>
                <a:cs typeface="Arial"/>
              </a:defRPr>
            </a:lvl2pPr>
            <a:lvl3pPr>
              <a:defRPr sz="1350" b="1">
                <a:solidFill>
                  <a:srgbClr val="007F7A"/>
                </a:solidFill>
                <a:latin typeface="Arial"/>
                <a:ea typeface="Arial"/>
                <a:cs typeface="Arial"/>
              </a:defRPr>
            </a:lvl3pPr>
            <a:lvl4pPr>
              <a:defRPr sz="1350" b="1">
                <a:solidFill>
                  <a:srgbClr val="007F7A"/>
                </a:solidFill>
                <a:latin typeface="Arial"/>
                <a:ea typeface="Arial"/>
                <a:cs typeface="Arial"/>
              </a:defRPr>
            </a:lvl4pPr>
            <a:lvl5pPr>
              <a:defRPr sz="1350" b="1">
                <a:solidFill>
                  <a:srgbClr val="007F7A"/>
                </a:solidFill>
                <a:latin typeface="Arial"/>
                <a:ea typeface="Arial"/>
                <a:cs typeface="Arial"/>
              </a:defRPr>
            </a:lvl5pPr>
            <a:lvl6pPr>
              <a:defRPr sz="1350" b="1">
                <a:solidFill>
                  <a:srgbClr val="007F7A"/>
                </a:solidFill>
                <a:latin typeface="Arial"/>
                <a:ea typeface="Arial"/>
                <a:cs typeface="Arial"/>
              </a:defRPr>
            </a:lvl6pPr>
            <a:lvl7pPr>
              <a:defRPr sz="1350" b="1">
                <a:solidFill>
                  <a:srgbClr val="007F7A"/>
                </a:solidFill>
                <a:latin typeface="Arial"/>
                <a:ea typeface="Arial"/>
                <a:cs typeface="Arial"/>
              </a:defRPr>
            </a:lvl7pPr>
            <a:lvl8pPr>
              <a:defRPr sz="1350" b="1">
                <a:solidFill>
                  <a:srgbClr val="007F7A"/>
                </a:solidFill>
                <a:latin typeface="Arial"/>
                <a:ea typeface="Arial"/>
                <a:cs typeface="Arial"/>
              </a:defRPr>
            </a:lvl8pPr>
            <a:lvl9pPr>
              <a:defRPr sz="1350" b="1">
                <a:solidFill>
                  <a:srgbClr val="007F7A"/>
                </a:solidFill>
                <a:latin typeface="Arial"/>
                <a:ea typeface="Arial"/>
                <a:cs typeface="Arial"/>
              </a:defRPr>
            </a:lvl9pPr>
          </a:lstStyle>
          <a:p xmlns:a="http://schemas.openxmlformats.org/drawingml/2006/main">
            <a:pPr>
              <a:defRPr sz="1350" b="1">
                <a:solidFill>
                  <a:srgbClr val="007F7A"/>
                </a:solidFill>
                <a:latin typeface="Arial"/>
                <a:ea typeface="Arial"/>
                <a:cs typeface="Arial"/>
              </a:defRPr>
            </a:pPr>
            <a:r>
              <a:rPr sz="1350" b="1">
                <a:solidFill>
                  <a:srgbClr val="007F7A"/>
                </a:solidFill>
                <a:latin typeface="Arial"/>
                <a:ea typeface="Arial"/>
                <a:cs typeface="Arial"/>
              </a:rPr>
              <a:t>ENCODER</a:t>
            </a:r>
          </a:p>
        </p:txBody>
      </p:sp>
      <p:sp>
        <p:nvSpPr>
          <p:cNvPr id="5" name="">
            <a:extLst xmlns:a="http://schemas.openxmlformats.org/drawingml/2006/main">
              <a:ext uri="{FF2B5EF4-FFF2-40B4-BE49-F238E27FC236}">
                <a16:creationId xmlns:a16="http://schemas.microsoft.com/office/drawing/2014/main" id="{863B8CB6-055D-4A84-8079-51CDBE1FFA49}"/>
              </a:ext>
            </a:extLst>
          </p:cNvPr>
          <p:cNvSpPr>
            <a:spLocks xmlns:a="http://schemas.openxmlformats.org/drawingml/2006/main" noGrp="1"/>
          </p:cNvSpPr>
          <p:nvPr/>
        </p:nvSpPr>
        <p:spPr>
          <a:xfrm xmlns:a="http://schemas.openxmlformats.org/drawingml/2006/main">
            <a:off x="666750" y="27813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8364B"/>
                </a:solidFill>
                <a:latin typeface="Arial"/>
                <a:ea typeface="Arial"/>
                <a:cs typeface="Arial"/>
              </a:defRPr>
            </a:defPPr>
            <a:lvl1pPr>
              <a:defRPr sz="2325" b="1">
                <a:solidFill>
                  <a:srgbClr val="18364B"/>
                </a:solidFill>
                <a:latin typeface="Arial"/>
                <a:ea typeface="Arial"/>
                <a:cs typeface="Arial"/>
              </a:defRPr>
            </a:lvl1pPr>
            <a:lvl2pPr>
              <a:defRPr sz="2325" b="1">
                <a:solidFill>
                  <a:srgbClr val="18364B"/>
                </a:solidFill>
                <a:latin typeface="Arial"/>
                <a:ea typeface="Arial"/>
                <a:cs typeface="Arial"/>
              </a:defRPr>
            </a:lvl2pPr>
            <a:lvl3pPr>
              <a:defRPr sz="2325" b="1">
                <a:solidFill>
                  <a:srgbClr val="18364B"/>
                </a:solidFill>
                <a:latin typeface="Arial"/>
                <a:ea typeface="Arial"/>
                <a:cs typeface="Arial"/>
              </a:defRPr>
            </a:lvl3pPr>
            <a:lvl4pPr>
              <a:defRPr sz="2325" b="1">
                <a:solidFill>
                  <a:srgbClr val="18364B"/>
                </a:solidFill>
                <a:latin typeface="Arial"/>
                <a:ea typeface="Arial"/>
                <a:cs typeface="Arial"/>
              </a:defRPr>
            </a:lvl4pPr>
            <a:lvl5pPr>
              <a:defRPr sz="2325" b="1">
                <a:solidFill>
                  <a:srgbClr val="18364B"/>
                </a:solidFill>
                <a:latin typeface="Arial"/>
                <a:ea typeface="Arial"/>
                <a:cs typeface="Arial"/>
              </a:defRPr>
            </a:lvl5pPr>
            <a:lvl6pPr>
              <a:defRPr sz="2325" b="1">
                <a:solidFill>
                  <a:srgbClr val="18364B"/>
                </a:solidFill>
                <a:latin typeface="Arial"/>
                <a:ea typeface="Arial"/>
                <a:cs typeface="Arial"/>
              </a:defRPr>
            </a:lvl6pPr>
            <a:lvl7pPr>
              <a:defRPr sz="2325" b="1">
                <a:solidFill>
                  <a:srgbClr val="18364B"/>
                </a:solidFill>
                <a:latin typeface="Arial"/>
                <a:ea typeface="Arial"/>
                <a:cs typeface="Arial"/>
              </a:defRPr>
            </a:lvl7pPr>
            <a:lvl8pPr>
              <a:defRPr sz="2325" b="1">
                <a:solidFill>
                  <a:srgbClr val="18364B"/>
                </a:solidFill>
                <a:latin typeface="Arial"/>
                <a:ea typeface="Arial"/>
                <a:cs typeface="Arial"/>
              </a:defRPr>
            </a:lvl8pPr>
            <a:lvl9pPr>
              <a:defRPr sz="2325" b="1">
                <a:solidFill>
                  <a:srgbClr val="18364B"/>
                </a:solidFill>
                <a:latin typeface="Arial"/>
                <a:ea typeface="Arial"/>
                <a:cs typeface="Arial"/>
              </a:defRPr>
            </a:lvl9pPr>
          </a:lstStyle>
          <a:p xmlns:a="http://schemas.openxmlformats.org/drawingml/2006/main">
            <a:pPr>
              <a:defRPr sz="2325" b="1">
                <a:solidFill>
                  <a:srgbClr val="18364B"/>
                </a:solidFill>
                <a:latin typeface="Arial"/>
                <a:ea typeface="Arial"/>
                <a:cs typeface="Arial"/>
              </a:defRPr>
            </a:pPr>
            <a:r>
              <a:rPr sz="2325" b="1">
                <a:solidFill>
                  <a:srgbClr val="18364B"/>
                </a:solidFill>
                <a:latin typeface="Arial"/>
                <a:ea typeface="Arial"/>
                <a:cs typeface="Arial"/>
              </a:rPr>
              <a:t>Read English tokens</a:t>
            </a:r>
          </a:p>
          <a:p xmlns:a="http://schemas.openxmlformats.org/drawingml/2006/main">
            <a:pPr>
              <a:defRPr sz="2325" b="1">
                <a:solidFill>
                  <a:srgbClr val="18364B"/>
                </a:solidFill>
                <a:latin typeface="Arial"/>
                <a:ea typeface="Arial"/>
                <a:cs typeface="Arial"/>
              </a:defRPr>
            </a:pPr>
            <a:r>
              <a:rPr sz="2325" b="1">
                <a:solidFill>
                  <a:srgbClr val="18364B"/>
                </a:solidFill>
                <a:latin typeface="Arial"/>
                <a:ea typeface="Arial"/>
                <a:cs typeface="Arial"/>
              </a:rPr>
              <a:t>Update hidden and memory states</a:t>
            </a:r>
          </a:p>
        </p:txBody>
      </p:sp>
      <p:sp>
        <p:nvSpPr>
          <p:cNvPr id="6" name="">
            <a:extLst xmlns:a="http://schemas.openxmlformats.org/drawingml/2006/main">
              <a:ext uri="{FF2B5EF4-FFF2-40B4-BE49-F238E27FC236}">
                <a16:creationId xmlns:a16="http://schemas.microsoft.com/office/drawing/2014/main" id="{5D6CF9DF-A602-4C82-BAD6-BBB377BFA8DD}"/>
              </a:ext>
            </a:extLst>
          </p:cNvPr>
          <p:cNvSpPr>
            <a:spLocks xmlns:a="http://schemas.openxmlformats.org/drawingml/2006/main" noGrp="1"/>
          </p:cNvSpPr>
          <p:nvPr/>
        </p:nvSpPr>
        <p:spPr>
          <a:xfrm xmlns:a="http://schemas.openxmlformats.org/drawingml/2006/main">
            <a:off x="666750" y="40005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007F7A"/>
                </a:solidFill>
                <a:latin typeface="Arial"/>
                <a:ea typeface="Arial"/>
                <a:cs typeface="Arial"/>
              </a:defRPr>
            </a:defPPr>
            <a:lvl1pPr>
              <a:defRPr sz="1350" b="1">
                <a:solidFill>
                  <a:srgbClr val="007F7A"/>
                </a:solidFill>
                <a:latin typeface="Arial"/>
                <a:ea typeface="Arial"/>
                <a:cs typeface="Arial"/>
              </a:defRPr>
            </a:lvl1pPr>
            <a:lvl2pPr>
              <a:defRPr sz="1350" b="1">
                <a:solidFill>
                  <a:srgbClr val="007F7A"/>
                </a:solidFill>
                <a:latin typeface="Arial"/>
                <a:ea typeface="Arial"/>
                <a:cs typeface="Arial"/>
              </a:defRPr>
            </a:lvl2pPr>
            <a:lvl3pPr>
              <a:defRPr sz="1350" b="1">
                <a:solidFill>
                  <a:srgbClr val="007F7A"/>
                </a:solidFill>
                <a:latin typeface="Arial"/>
                <a:ea typeface="Arial"/>
                <a:cs typeface="Arial"/>
              </a:defRPr>
            </a:lvl3pPr>
            <a:lvl4pPr>
              <a:defRPr sz="1350" b="1">
                <a:solidFill>
                  <a:srgbClr val="007F7A"/>
                </a:solidFill>
                <a:latin typeface="Arial"/>
                <a:ea typeface="Arial"/>
                <a:cs typeface="Arial"/>
              </a:defRPr>
            </a:lvl4pPr>
            <a:lvl5pPr>
              <a:defRPr sz="1350" b="1">
                <a:solidFill>
                  <a:srgbClr val="007F7A"/>
                </a:solidFill>
                <a:latin typeface="Arial"/>
                <a:ea typeface="Arial"/>
                <a:cs typeface="Arial"/>
              </a:defRPr>
            </a:lvl5pPr>
            <a:lvl6pPr>
              <a:defRPr sz="1350" b="1">
                <a:solidFill>
                  <a:srgbClr val="007F7A"/>
                </a:solidFill>
                <a:latin typeface="Arial"/>
                <a:ea typeface="Arial"/>
                <a:cs typeface="Arial"/>
              </a:defRPr>
            </a:lvl6pPr>
            <a:lvl7pPr>
              <a:defRPr sz="1350" b="1">
                <a:solidFill>
                  <a:srgbClr val="007F7A"/>
                </a:solidFill>
                <a:latin typeface="Arial"/>
                <a:ea typeface="Arial"/>
                <a:cs typeface="Arial"/>
              </a:defRPr>
            </a:lvl7pPr>
            <a:lvl8pPr>
              <a:defRPr sz="1350" b="1">
                <a:solidFill>
                  <a:srgbClr val="007F7A"/>
                </a:solidFill>
                <a:latin typeface="Arial"/>
                <a:ea typeface="Arial"/>
                <a:cs typeface="Arial"/>
              </a:defRPr>
            </a:lvl8pPr>
            <a:lvl9pPr>
              <a:defRPr sz="1350" b="1">
                <a:solidFill>
                  <a:srgbClr val="007F7A"/>
                </a:solidFill>
                <a:latin typeface="Arial"/>
                <a:ea typeface="Arial"/>
                <a:cs typeface="Arial"/>
              </a:defRPr>
            </a:lvl9pPr>
          </a:lstStyle>
          <a:p xmlns:a="http://schemas.openxmlformats.org/drawingml/2006/main">
            <a:pPr>
              <a:defRPr sz="1350" b="1">
                <a:solidFill>
                  <a:srgbClr val="007F7A"/>
                </a:solidFill>
                <a:latin typeface="Arial"/>
                <a:ea typeface="Arial"/>
                <a:cs typeface="Arial"/>
              </a:defRPr>
            </a:pPr>
            <a:r>
              <a:rPr sz="1350" b="1">
                <a:solidFill>
                  <a:srgbClr val="007F7A"/>
                </a:solidFill>
                <a:latin typeface="Arial"/>
                <a:ea typeface="Arial"/>
                <a:cs typeface="Arial"/>
              </a:rPr>
              <a:t>DECODER + ATTENTION</a:t>
            </a:r>
          </a:p>
        </p:txBody>
      </p:sp>
      <p:sp>
        <p:nvSpPr>
          <p:cNvPr id="7" name="">
            <a:extLst xmlns:a="http://schemas.openxmlformats.org/drawingml/2006/main">
              <a:ext uri="{FF2B5EF4-FFF2-40B4-BE49-F238E27FC236}">
                <a16:creationId xmlns:a16="http://schemas.microsoft.com/office/drawing/2014/main" id="{6FADDBE1-F4A9-4A84-8D83-CAB1EB5EC6EB}"/>
              </a:ext>
            </a:extLst>
          </p:cNvPr>
          <p:cNvSpPr>
            <a:spLocks xmlns:a="http://schemas.openxmlformats.org/drawingml/2006/main" noGrp="1"/>
          </p:cNvSpPr>
          <p:nvPr/>
        </p:nvSpPr>
        <p:spPr>
          <a:xfrm xmlns:a="http://schemas.openxmlformats.org/drawingml/2006/main">
            <a:off x="666750" y="448627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8364B"/>
                </a:solidFill>
                <a:latin typeface="Arial"/>
                <a:ea typeface="Arial"/>
                <a:cs typeface="Arial"/>
              </a:defRPr>
            </a:defPPr>
            <a:lvl1pPr>
              <a:defRPr sz="2325" b="1">
                <a:solidFill>
                  <a:srgbClr val="18364B"/>
                </a:solidFill>
                <a:latin typeface="Arial"/>
                <a:ea typeface="Arial"/>
                <a:cs typeface="Arial"/>
              </a:defRPr>
            </a:lvl1pPr>
            <a:lvl2pPr>
              <a:defRPr sz="2325" b="1">
                <a:solidFill>
                  <a:srgbClr val="18364B"/>
                </a:solidFill>
                <a:latin typeface="Arial"/>
                <a:ea typeface="Arial"/>
                <a:cs typeface="Arial"/>
              </a:defRPr>
            </a:lvl2pPr>
            <a:lvl3pPr>
              <a:defRPr sz="2325" b="1">
                <a:solidFill>
                  <a:srgbClr val="18364B"/>
                </a:solidFill>
                <a:latin typeface="Arial"/>
                <a:ea typeface="Arial"/>
                <a:cs typeface="Arial"/>
              </a:defRPr>
            </a:lvl3pPr>
            <a:lvl4pPr>
              <a:defRPr sz="2325" b="1">
                <a:solidFill>
                  <a:srgbClr val="18364B"/>
                </a:solidFill>
                <a:latin typeface="Arial"/>
                <a:ea typeface="Arial"/>
                <a:cs typeface="Arial"/>
              </a:defRPr>
            </a:lvl4pPr>
            <a:lvl5pPr>
              <a:defRPr sz="2325" b="1">
                <a:solidFill>
                  <a:srgbClr val="18364B"/>
                </a:solidFill>
                <a:latin typeface="Arial"/>
                <a:ea typeface="Arial"/>
                <a:cs typeface="Arial"/>
              </a:defRPr>
            </a:lvl5pPr>
            <a:lvl6pPr>
              <a:defRPr sz="2325" b="1">
                <a:solidFill>
                  <a:srgbClr val="18364B"/>
                </a:solidFill>
                <a:latin typeface="Arial"/>
                <a:ea typeface="Arial"/>
                <a:cs typeface="Arial"/>
              </a:defRPr>
            </a:lvl6pPr>
            <a:lvl7pPr>
              <a:defRPr sz="2325" b="1">
                <a:solidFill>
                  <a:srgbClr val="18364B"/>
                </a:solidFill>
                <a:latin typeface="Arial"/>
                <a:ea typeface="Arial"/>
                <a:cs typeface="Arial"/>
              </a:defRPr>
            </a:lvl7pPr>
            <a:lvl8pPr>
              <a:defRPr sz="2325" b="1">
                <a:solidFill>
                  <a:srgbClr val="18364B"/>
                </a:solidFill>
                <a:latin typeface="Arial"/>
                <a:ea typeface="Arial"/>
                <a:cs typeface="Arial"/>
              </a:defRPr>
            </a:lvl8pPr>
            <a:lvl9pPr>
              <a:defRPr sz="2325" b="1">
                <a:solidFill>
                  <a:srgbClr val="18364B"/>
                </a:solidFill>
                <a:latin typeface="Arial"/>
                <a:ea typeface="Arial"/>
                <a:cs typeface="Arial"/>
              </a:defRPr>
            </a:lvl9pPr>
          </a:lstStyle>
          <a:p xmlns:a="http://schemas.openxmlformats.org/drawingml/2006/main">
            <a:pPr>
              <a:defRPr sz="2325" b="1">
                <a:solidFill>
                  <a:srgbClr val="18364B"/>
                </a:solidFill>
                <a:latin typeface="Arial"/>
                <a:ea typeface="Arial"/>
                <a:cs typeface="Arial"/>
              </a:defRPr>
            </a:pPr>
            <a:r>
              <a:rPr sz="2325" b="1">
                <a:solidFill>
                  <a:srgbClr val="18364B"/>
                </a:solidFill>
                <a:latin typeface="Arial"/>
                <a:ea typeface="Arial"/>
                <a:cs typeface="Arial"/>
              </a:rPr>
              <a:t>Generate Darija one token at a time</a:t>
            </a:r>
          </a:p>
          <a:p xmlns:a="http://schemas.openxmlformats.org/drawingml/2006/main">
            <a:pPr>
              <a:defRPr sz="2325" b="1">
                <a:solidFill>
                  <a:srgbClr val="18364B"/>
                </a:solidFill>
                <a:latin typeface="Arial"/>
                <a:ea typeface="Arial"/>
                <a:cs typeface="Arial"/>
              </a:defRPr>
            </a:pPr>
            <a:r>
              <a:rPr sz="2325" b="1">
                <a:solidFill>
                  <a:srgbClr val="18364B"/>
                </a:solidFill>
                <a:latin typeface="Arial"/>
                <a:ea typeface="Arial"/>
                <a:cs typeface="Arial"/>
              </a:rPr>
              <a:t>Stop at EOS or 48 generated tokens</a:t>
            </a:r>
          </a:p>
        </p:txBody>
      </p:sp>
      <p:sp>
        <p:nvSpPr>
          <p:cNvPr id="8" name="">
            <a:extLst xmlns:a="http://schemas.openxmlformats.org/drawingml/2006/main">
              <a:ext uri="{FF2B5EF4-FFF2-40B4-BE49-F238E27FC236}">
                <a16:creationId xmlns:a16="http://schemas.microsoft.com/office/drawing/2014/main" id="{26EDB5A4-52CC-4C42-B368-412F195645C7}"/>
              </a:ext>
            </a:extLst>
          </p:cNvPr>
          <p:cNvSpPr>
            <a:spLocks xmlns:a="http://schemas.openxmlformats.org/drawingml/2006/main" noGrp="1"/>
          </p:cNvSpPr>
          <p:nvPr/>
        </p:nvSpPr>
        <p:spPr>
          <a:xfrm xmlns:a="http://schemas.openxmlformats.org/drawingml/2006/main">
            <a:off x="666750" y="5886450"/>
            <a:ext cx="1038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878"/>
                </a:solidFill>
                <a:latin typeface="Arial"/>
                <a:ea typeface="Arial"/>
                <a:cs typeface="Arial"/>
              </a:defRPr>
            </a:defPPr>
            <a:lvl1pPr>
              <a:defRPr sz="1800" b="0">
                <a:solidFill>
                  <a:srgbClr val="526878"/>
                </a:solidFill>
                <a:latin typeface="Arial"/>
                <a:ea typeface="Arial"/>
                <a:cs typeface="Arial"/>
              </a:defRPr>
            </a:lvl1pPr>
            <a:lvl2pPr>
              <a:defRPr sz="1800" b="0">
                <a:solidFill>
                  <a:srgbClr val="526878"/>
                </a:solidFill>
                <a:latin typeface="Arial"/>
                <a:ea typeface="Arial"/>
                <a:cs typeface="Arial"/>
              </a:defRPr>
            </a:lvl2pPr>
            <a:lvl3pPr>
              <a:defRPr sz="1800" b="0">
                <a:solidFill>
                  <a:srgbClr val="526878"/>
                </a:solidFill>
                <a:latin typeface="Arial"/>
                <a:ea typeface="Arial"/>
                <a:cs typeface="Arial"/>
              </a:defRPr>
            </a:lvl3pPr>
            <a:lvl4pPr>
              <a:defRPr sz="1800" b="0">
                <a:solidFill>
                  <a:srgbClr val="526878"/>
                </a:solidFill>
                <a:latin typeface="Arial"/>
                <a:ea typeface="Arial"/>
                <a:cs typeface="Arial"/>
              </a:defRPr>
            </a:lvl4pPr>
            <a:lvl5pPr>
              <a:defRPr sz="1800" b="0">
                <a:solidFill>
                  <a:srgbClr val="526878"/>
                </a:solidFill>
                <a:latin typeface="Arial"/>
                <a:ea typeface="Arial"/>
                <a:cs typeface="Arial"/>
              </a:defRPr>
            </a:lvl5pPr>
            <a:lvl6pPr>
              <a:defRPr sz="1800" b="0">
                <a:solidFill>
                  <a:srgbClr val="526878"/>
                </a:solidFill>
                <a:latin typeface="Arial"/>
                <a:ea typeface="Arial"/>
                <a:cs typeface="Arial"/>
              </a:defRPr>
            </a:lvl6pPr>
            <a:lvl7pPr>
              <a:defRPr sz="1800" b="0">
                <a:solidFill>
                  <a:srgbClr val="526878"/>
                </a:solidFill>
                <a:latin typeface="Arial"/>
                <a:ea typeface="Arial"/>
                <a:cs typeface="Arial"/>
              </a:defRPr>
            </a:lvl7pPr>
            <a:lvl8pPr>
              <a:defRPr sz="1800" b="0">
                <a:solidFill>
                  <a:srgbClr val="526878"/>
                </a:solidFill>
                <a:latin typeface="Arial"/>
                <a:ea typeface="Arial"/>
                <a:cs typeface="Arial"/>
              </a:defRPr>
            </a:lvl8pPr>
            <a:lvl9pPr>
              <a:defRPr sz="1800" b="0">
                <a:solidFill>
                  <a:srgbClr val="526878"/>
                </a:solidFill>
                <a:latin typeface="Arial"/>
                <a:ea typeface="Arial"/>
                <a:cs typeface="Arial"/>
              </a:defRPr>
            </a:lvl9pPr>
          </a:lstStyle>
          <a:p xmlns:a="http://schemas.openxmlformats.org/drawingml/2006/main">
            <a:pPr>
              <a:defRPr sz="1800" b="0">
                <a:solidFill>
                  <a:srgbClr val="526878"/>
                </a:solidFill>
                <a:latin typeface="Arial"/>
                <a:ea typeface="Arial"/>
                <a:cs typeface="Arial"/>
              </a:defRPr>
            </a:pPr>
            <a:r>
              <a:rPr sz="1800" b="0">
                <a:solidFill>
                  <a:srgbClr val="526878"/>
                </a:solidFill>
                <a:latin typeface="Arial"/>
                <a:ea typeface="Arial"/>
                <a:cs typeface="Arial"/>
              </a:rPr>
              <a:t>96-d embeddings / 128-d states / dropout 0.2</a:t>
            </a:r>
          </a:p>
        </p:txBody>
      </p:sp>
    </p:spTree>
    <p:extLst>
      <p:ext uri="{BB962C8B-B14F-4D97-AF65-F5344CB8AC3E}">
        <p14:creationId xmlns:p14="http://schemas.microsoft.com/office/powerpoint/2010/main" val="1935722940"/>
      </p:ext>
    </p:extLst>
  </p:cSld>
</p:sld>
</file>

<file path=ppt/slides/slide6.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3FE2E58-95AF-43C9-A0DE-CB582FD0B005}"/>
              </a:ext>
            </a:extLst>
          </p:cNvPr>
          <p:cNvSpPr>
            <a:spLocks xmlns:a="http://schemas.openxmlformats.org/drawingml/2006/main" noGrp="1"/>
          </p:cNvSpPr>
          <p:nvPr/>
        </p:nvSpPr>
        <p:spPr>
          <a:xfrm xmlns:a="http://schemas.openxmlformats.org/drawingml/2006/main">
            <a:off x="609600" y="3238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7A"/>
                </a:solidFill>
                <a:latin typeface="Arial"/>
                <a:ea typeface="Arial"/>
                <a:cs typeface="Arial"/>
              </a:defRPr>
            </a:defPPr>
            <a:lvl1pPr>
              <a:defRPr sz="1275" b="1">
                <a:solidFill>
                  <a:srgbClr val="007F7A"/>
                </a:solidFill>
                <a:latin typeface="Arial"/>
                <a:ea typeface="Arial"/>
                <a:cs typeface="Arial"/>
              </a:defRPr>
            </a:lvl1pPr>
            <a:lvl2pPr>
              <a:defRPr sz="1275" b="1">
                <a:solidFill>
                  <a:srgbClr val="007F7A"/>
                </a:solidFill>
                <a:latin typeface="Arial"/>
                <a:ea typeface="Arial"/>
                <a:cs typeface="Arial"/>
              </a:defRPr>
            </a:lvl2pPr>
            <a:lvl3pPr>
              <a:defRPr sz="1275" b="1">
                <a:solidFill>
                  <a:srgbClr val="007F7A"/>
                </a:solidFill>
                <a:latin typeface="Arial"/>
                <a:ea typeface="Arial"/>
                <a:cs typeface="Arial"/>
              </a:defRPr>
            </a:lvl3pPr>
            <a:lvl4pPr>
              <a:defRPr sz="1275" b="1">
                <a:solidFill>
                  <a:srgbClr val="007F7A"/>
                </a:solidFill>
                <a:latin typeface="Arial"/>
                <a:ea typeface="Arial"/>
                <a:cs typeface="Arial"/>
              </a:defRPr>
            </a:lvl4pPr>
            <a:lvl5pPr>
              <a:defRPr sz="1275" b="1">
                <a:solidFill>
                  <a:srgbClr val="007F7A"/>
                </a:solidFill>
                <a:latin typeface="Arial"/>
                <a:ea typeface="Arial"/>
                <a:cs typeface="Arial"/>
              </a:defRPr>
            </a:lvl5pPr>
            <a:lvl6pPr>
              <a:defRPr sz="1275" b="1">
                <a:solidFill>
                  <a:srgbClr val="007F7A"/>
                </a:solidFill>
                <a:latin typeface="Arial"/>
                <a:ea typeface="Arial"/>
                <a:cs typeface="Arial"/>
              </a:defRPr>
            </a:lvl6pPr>
            <a:lvl7pPr>
              <a:defRPr sz="1275" b="1">
                <a:solidFill>
                  <a:srgbClr val="007F7A"/>
                </a:solidFill>
                <a:latin typeface="Arial"/>
                <a:ea typeface="Arial"/>
                <a:cs typeface="Arial"/>
              </a:defRPr>
            </a:lvl7pPr>
            <a:lvl8pPr>
              <a:defRPr sz="1275" b="1">
                <a:solidFill>
                  <a:srgbClr val="007F7A"/>
                </a:solidFill>
                <a:latin typeface="Arial"/>
                <a:ea typeface="Arial"/>
                <a:cs typeface="Arial"/>
              </a:defRPr>
            </a:lvl8pPr>
            <a:lvl9pPr>
              <a:defRPr sz="1275" b="1">
                <a:solidFill>
                  <a:srgbClr val="007F7A"/>
                </a:solidFill>
                <a:latin typeface="Arial"/>
                <a:ea typeface="Arial"/>
                <a:cs typeface="Arial"/>
              </a:defRPr>
            </a:lvl9pPr>
          </a:lstStyle>
          <a:p xmlns:a="http://schemas.openxmlformats.org/drawingml/2006/main">
            <a:pPr>
              <a:defRPr sz="1275" b="1">
                <a:solidFill>
                  <a:srgbClr val="007F7A"/>
                </a:solidFill>
                <a:latin typeface="Arial"/>
                <a:ea typeface="Arial"/>
                <a:cs typeface="Arial"/>
              </a:defRPr>
            </a:pPr>
            <a:r>
              <a:rPr sz="1275" b="1">
                <a:solidFill>
                  <a:srgbClr val="007F7A"/>
                </a:solidFill>
                <a:latin typeface="Arial"/>
                <a:ea typeface="Arial"/>
                <a:cs typeface="Arial"/>
              </a:rPr>
              <a:t>05 / RECURRENT CELLS</a:t>
            </a:r>
          </a:p>
        </p:txBody>
      </p:sp>
      <p:sp>
        <p:nvSpPr>
          <p:cNvPr id="2" name="">
            <a:extLst xmlns:a="http://schemas.openxmlformats.org/drawingml/2006/main">
              <a:ext uri="{FF2B5EF4-FFF2-40B4-BE49-F238E27FC236}">
                <a16:creationId xmlns:a16="http://schemas.microsoft.com/office/drawing/2014/main" id="{CB3D2174-9B0C-4915-8AD7-A4E822D0A710}"/>
              </a:ext>
            </a:extLst>
          </p:cNvPr>
          <p:cNvSpPr>
            <a:spLocks xmlns:a="http://schemas.openxmlformats.org/drawingml/2006/main" noGrp="1"/>
          </p:cNvSpPr>
          <p:nvPr/>
        </p:nvSpPr>
        <p:spPr>
          <a:xfrm xmlns:a="http://schemas.openxmlformats.org/drawingml/2006/main">
            <a:off x="609600" y="85725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18364B"/>
                </a:solidFill>
                <a:latin typeface="Arial"/>
                <a:ea typeface="Arial"/>
                <a:cs typeface="Arial"/>
              </a:defRPr>
            </a:defPPr>
            <a:lvl1pPr>
              <a:defRPr sz="3525" b="1">
                <a:solidFill>
                  <a:srgbClr val="18364B"/>
                </a:solidFill>
                <a:latin typeface="Arial"/>
                <a:ea typeface="Arial"/>
                <a:cs typeface="Arial"/>
              </a:defRPr>
            </a:lvl1pPr>
            <a:lvl2pPr>
              <a:defRPr sz="3525" b="1">
                <a:solidFill>
                  <a:srgbClr val="18364B"/>
                </a:solidFill>
                <a:latin typeface="Arial"/>
                <a:ea typeface="Arial"/>
                <a:cs typeface="Arial"/>
              </a:defRPr>
            </a:lvl2pPr>
            <a:lvl3pPr>
              <a:defRPr sz="3525" b="1">
                <a:solidFill>
                  <a:srgbClr val="18364B"/>
                </a:solidFill>
                <a:latin typeface="Arial"/>
                <a:ea typeface="Arial"/>
                <a:cs typeface="Arial"/>
              </a:defRPr>
            </a:lvl3pPr>
            <a:lvl4pPr>
              <a:defRPr sz="3525" b="1">
                <a:solidFill>
                  <a:srgbClr val="18364B"/>
                </a:solidFill>
                <a:latin typeface="Arial"/>
                <a:ea typeface="Arial"/>
                <a:cs typeface="Arial"/>
              </a:defRPr>
            </a:lvl4pPr>
            <a:lvl5pPr>
              <a:defRPr sz="3525" b="1">
                <a:solidFill>
                  <a:srgbClr val="18364B"/>
                </a:solidFill>
                <a:latin typeface="Arial"/>
                <a:ea typeface="Arial"/>
                <a:cs typeface="Arial"/>
              </a:defRPr>
            </a:lvl5pPr>
            <a:lvl6pPr>
              <a:defRPr sz="3525" b="1">
                <a:solidFill>
                  <a:srgbClr val="18364B"/>
                </a:solidFill>
                <a:latin typeface="Arial"/>
                <a:ea typeface="Arial"/>
                <a:cs typeface="Arial"/>
              </a:defRPr>
            </a:lvl6pPr>
            <a:lvl7pPr>
              <a:defRPr sz="3525" b="1">
                <a:solidFill>
                  <a:srgbClr val="18364B"/>
                </a:solidFill>
                <a:latin typeface="Arial"/>
                <a:ea typeface="Arial"/>
                <a:cs typeface="Arial"/>
              </a:defRPr>
            </a:lvl7pPr>
            <a:lvl8pPr>
              <a:defRPr sz="3525" b="1">
                <a:solidFill>
                  <a:srgbClr val="18364B"/>
                </a:solidFill>
                <a:latin typeface="Arial"/>
                <a:ea typeface="Arial"/>
                <a:cs typeface="Arial"/>
              </a:defRPr>
            </a:lvl8pPr>
            <a:lvl9pPr>
              <a:defRPr sz="3525" b="1">
                <a:solidFill>
                  <a:srgbClr val="18364B"/>
                </a:solidFill>
                <a:latin typeface="Arial"/>
                <a:ea typeface="Arial"/>
                <a:cs typeface="Arial"/>
              </a:defRPr>
            </a:lvl9pPr>
          </a:lstStyle>
          <a:p xmlns:a="http://schemas.openxmlformats.org/drawingml/2006/main">
            <a:pPr>
              <a:defRPr sz="3525" b="1">
                <a:solidFill>
                  <a:srgbClr val="18364B"/>
                </a:solidFill>
                <a:latin typeface="Arial"/>
                <a:ea typeface="Arial"/>
                <a:cs typeface="Arial"/>
              </a:defRPr>
            </a:pPr>
            <a:r>
              <a:rPr sz="3525" b="1">
                <a:solidFill>
                  <a:srgbClr val="18364B"/>
                </a:solidFill>
                <a:latin typeface="Arial"/>
                <a:ea typeface="Arial"/>
                <a:cs typeface="Arial"/>
              </a:rPr>
              <a:t>Three cells, identical surrounding model</a:t>
            </a:r>
          </a:p>
        </p:txBody>
      </p:sp>
      <p:sp>
        <p:nvSpPr>
          <p:cNvPr id="3" name="">
            <a:extLst xmlns:a="http://schemas.openxmlformats.org/drawingml/2006/main">
              <a:ext uri="{FF2B5EF4-FFF2-40B4-BE49-F238E27FC236}">
                <a16:creationId xmlns:a16="http://schemas.microsoft.com/office/drawing/2014/main" id="{24DDD180-158C-450B-AF82-A4D336E73AEC}"/>
              </a:ext>
            </a:extLst>
          </p:cNvPr>
          <p:cNvSpPr>
            <a:spLocks xmlns:a="http://schemas.openxmlformats.org/drawingml/2006/main" noGrp="1"/>
          </p:cNvSpPr>
          <p:nvPr/>
        </p:nvSpPr>
        <p:spPr>
          <a:xfrm xmlns:a="http://schemas.openxmlformats.org/drawingml/2006/main">
            <a:off x="11096625" y="63150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878"/>
                </a:solidFill>
                <a:latin typeface="Arial"/>
                <a:ea typeface="Arial"/>
                <a:cs typeface="Arial"/>
              </a:defRPr>
            </a:defPPr>
            <a:lvl1pPr>
              <a:defRPr sz="1200" b="0">
                <a:solidFill>
                  <a:srgbClr val="526878"/>
                </a:solidFill>
                <a:latin typeface="Arial"/>
                <a:ea typeface="Arial"/>
                <a:cs typeface="Arial"/>
              </a:defRPr>
            </a:lvl1pPr>
            <a:lvl2pPr>
              <a:defRPr sz="1200" b="0">
                <a:solidFill>
                  <a:srgbClr val="526878"/>
                </a:solidFill>
                <a:latin typeface="Arial"/>
                <a:ea typeface="Arial"/>
                <a:cs typeface="Arial"/>
              </a:defRPr>
            </a:lvl2pPr>
            <a:lvl3pPr>
              <a:defRPr sz="1200" b="0">
                <a:solidFill>
                  <a:srgbClr val="526878"/>
                </a:solidFill>
                <a:latin typeface="Arial"/>
                <a:ea typeface="Arial"/>
                <a:cs typeface="Arial"/>
              </a:defRPr>
            </a:lvl3pPr>
            <a:lvl4pPr>
              <a:defRPr sz="1200" b="0">
                <a:solidFill>
                  <a:srgbClr val="526878"/>
                </a:solidFill>
                <a:latin typeface="Arial"/>
                <a:ea typeface="Arial"/>
                <a:cs typeface="Arial"/>
              </a:defRPr>
            </a:lvl4pPr>
            <a:lvl5pPr>
              <a:defRPr sz="1200" b="0">
                <a:solidFill>
                  <a:srgbClr val="526878"/>
                </a:solidFill>
                <a:latin typeface="Arial"/>
                <a:ea typeface="Arial"/>
                <a:cs typeface="Arial"/>
              </a:defRPr>
            </a:lvl5pPr>
            <a:lvl6pPr>
              <a:defRPr sz="1200" b="0">
                <a:solidFill>
                  <a:srgbClr val="526878"/>
                </a:solidFill>
                <a:latin typeface="Arial"/>
                <a:ea typeface="Arial"/>
                <a:cs typeface="Arial"/>
              </a:defRPr>
            </a:lvl6pPr>
            <a:lvl7pPr>
              <a:defRPr sz="1200" b="0">
                <a:solidFill>
                  <a:srgbClr val="526878"/>
                </a:solidFill>
                <a:latin typeface="Arial"/>
                <a:ea typeface="Arial"/>
                <a:cs typeface="Arial"/>
              </a:defRPr>
            </a:lvl7pPr>
            <a:lvl8pPr>
              <a:defRPr sz="1200" b="0">
                <a:solidFill>
                  <a:srgbClr val="526878"/>
                </a:solidFill>
                <a:latin typeface="Arial"/>
                <a:ea typeface="Arial"/>
                <a:cs typeface="Arial"/>
              </a:defRPr>
            </a:lvl8pPr>
            <a:lvl9pPr>
              <a:defRPr sz="1200" b="0">
                <a:solidFill>
                  <a:srgbClr val="526878"/>
                </a:solidFill>
                <a:latin typeface="Arial"/>
                <a:ea typeface="Arial"/>
                <a:cs typeface="Arial"/>
              </a:defRPr>
            </a:lvl9pPr>
          </a:lstStyle>
          <a:p xmlns:a="http://schemas.openxmlformats.org/drawingml/2006/main">
            <a:pPr>
              <a:defRPr sz="1200" b="0">
                <a:solidFill>
                  <a:srgbClr val="526878"/>
                </a:solidFill>
                <a:latin typeface="Arial"/>
                <a:ea typeface="Arial"/>
                <a:cs typeface="Arial"/>
              </a:defRPr>
            </a:pPr>
            <a:r>
              <a:rPr sz="1200" b="0">
                <a:solidFill>
                  <a:srgbClr val="526878"/>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F857B278-EED5-4C1B-B174-2E01E803173F}"/>
              </a:ext>
            </a:extLst>
          </p:cNvPr>
          <p:cNvGraphicFramePr/>
          <p:nvPr/>
        </p:nvGraphicFramePr>
        <p:xfrm>
          <a:off xmlns:a="http://schemas.openxmlformats.org/drawingml/2006/main" x="619125" y="2286000"/>
          <a:ext xmlns:a="http://schemas.openxmlformats.org/drawingml/2006/main" cx="10858500" cy="2809875"/>
        </p:xfrm>
        <a:graphic xmlns:a="http://schemas.openxmlformats.org/drawingml/2006/main">
          <a:graphicData uri="http://schemas.openxmlformats.org/drawingml/2006/table">
            <a:tbl>
              <a:tblPr/>
              <a:tblGrid>
                <a:gridCol w="2095500"/>
                <a:gridCol w="6143625"/>
                <a:gridCol w="2619375"/>
              </a:tblGrid>
              <a:tr h="702469">
                <a:tc>
                  <a:txBody>
                    <a:bodyPr/>
                    <a:lstStyle/>
                    <a:p>
                      <a:r>
                        <a:rPr sz="1725" b="1">
                          <a:solidFill>
                            <a:srgbClr val="FFFFFF"/>
                          </a:solidFill>
                          <a:latin typeface="Arial"/>
                          <a:ea typeface="Arial"/>
                          <a:cs typeface="Arial"/>
                        </a:rPr>
                        <a:t>Cell</a:t>
                      </a:r>
                    </a:p>
                  </a:txBody>
                  <a:tcPr marL="91440" marR="91440" marT="45720" marB="45720">
                    <a:solidFill>
                      <a:srgbClr val="102C40"/>
                    </a:solidFill>
                  </a:tcPr>
                </a:tc>
                <a:tc>
                  <a:txBody>
                    <a:bodyPr/>
                    <a:lstStyle/>
                    <a:p>
                      <a:r>
                        <a:rPr sz="1725" b="1">
                          <a:solidFill>
                            <a:srgbClr val="FFFFFF"/>
                          </a:solidFill>
                          <a:latin typeface="Arial"/>
                          <a:ea typeface="Arial"/>
                          <a:cs typeface="Arial"/>
                        </a:rPr>
                        <a:t>Distinctive mechanism</a:t>
                      </a:r>
                    </a:p>
                  </a:txBody>
                  <a:tcPr marL="91440" marR="91440" marT="45720" marB="45720">
                    <a:solidFill>
                      <a:srgbClr val="102C40"/>
                    </a:solidFill>
                  </a:tcPr>
                </a:tc>
                <a:tc>
                  <a:txBody>
                    <a:bodyPr/>
                    <a:lstStyle/>
                    <a:p>
                      <a:r>
                        <a:rPr sz="1725" b="1">
                          <a:solidFill>
                            <a:srgbClr val="FFFFFF"/>
                          </a:solidFill>
                          <a:latin typeface="Arial"/>
                          <a:ea typeface="Arial"/>
                          <a:cs typeface="Arial"/>
                        </a:rPr>
                        <a:t>Parameters</a:t>
                      </a:r>
                    </a:p>
                  </a:txBody>
                  <a:tcPr marL="91440" marR="91440" marT="45720" marB="45720">
                    <a:solidFill>
                      <a:srgbClr val="102C40"/>
                    </a:solidFill>
                  </a:tcPr>
                </a:tc>
              </a:tr>
              <a:tr h="702469">
                <a:tc>
                  <a:txBody>
                    <a:bodyPr/>
                    <a:lstStyle/>
                    <a:p>
                      <a:r>
                        <a:rPr sz="1725" b="0">
                          <a:solidFill>
                            <a:srgbClr val="18364B"/>
                          </a:solidFill>
                          <a:latin typeface="Arial"/>
                          <a:ea typeface="Arial"/>
                          <a:cs typeface="Arial"/>
                        </a:rPr>
                        <a:t>VANILLA</a:t>
                      </a:r>
                    </a:p>
                  </a:txBody>
                  <a:tcPr marL="91440" marR="91440" marT="45720" marB="45720">
                    <a:solidFill>
                      <a:srgbClr val="E9EFEB"/>
                    </a:solidFill>
                  </a:tcPr>
                </a:tc>
                <a:tc>
                  <a:txBody>
                    <a:bodyPr/>
                    <a:lstStyle/>
                    <a:p>
                      <a:r>
                        <a:rPr sz="1725" b="0">
                          <a:solidFill>
                            <a:srgbClr val="18364B"/>
                          </a:solidFill>
                          <a:latin typeface="Arial"/>
                          <a:ea typeface="Arial"/>
                          <a:cs typeface="Arial"/>
                        </a:rPr>
                        <a:t>Independent gates</a:t>
                      </a:r>
                    </a:p>
                  </a:txBody>
                  <a:tcPr marL="91440" marR="91440" marT="45720" marB="45720">
                    <a:solidFill>
                      <a:srgbClr val="E9EFEB"/>
                    </a:solidFill>
                  </a:tcPr>
                </a:tc>
                <a:tc>
                  <a:txBody>
                    <a:bodyPr/>
                    <a:lstStyle/>
                    <a:p>
                      <a:r>
                        <a:rPr sz="1725" b="0">
                          <a:solidFill>
                            <a:srgbClr val="18364B"/>
                          </a:solidFill>
                          <a:latin typeface="Arial"/>
                          <a:ea typeface="Arial"/>
                          <a:cs typeface="Arial"/>
                        </a:rPr>
                        <a:t>713,296</a:t>
                      </a:r>
                    </a:p>
                  </a:txBody>
                  <a:tcPr marL="91440" marR="91440" marT="45720" marB="45720">
                    <a:solidFill>
                      <a:srgbClr val="E9EFEB"/>
                    </a:solidFill>
                  </a:tcPr>
                </a:tc>
              </a:tr>
              <a:tr h="702469">
                <a:tc>
                  <a:txBody>
                    <a:bodyPr/>
                    <a:lstStyle/>
                    <a:p>
                      <a:r>
                        <a:rPr sz="1725" b="0">
                          <a:solidFill>
                            <a:srgbClr val="18364B"/>
                          </a:solidFill>
                          <a:latin typeface="Arial"/>
                          <a:ea typeface="Arial"/>
                          <a:cs typeface="Arial"/>
                        </a:rPr>
                        <a:t>CIFG</a:t>
                      </a:r>
                    </a:p>
                  </a:txBody>
                  <a:tcPr marL="91440" marR="91440" marT="45720" marB="45720">
                    <a:solidFill>
                      <a:srgbClr val="F7F5EE"/>
                    </a:solidFill>
                  </a:tcPr>
                </a:tc>
                <a:tc>
                  <a:txBody>
                    <a:bodyPr/>
                    <a:lstStyle/>
                    <a:p>
                      <a:r>
                        <a:rPr sz="1725" b="0">
                          <a:solidFill>
                            <a:srgbClr val="18364B"/>
                          </a:solidFill>
                          <a:latin typeface="Arial"/>
                          <a:ea typeface="Arial"/>
                          <a:cs typeface="Arial"/>
                        </a:rPr>
                        <a:t>Input gate i_t = 1 - f_t</a:t>
                      </a:r>
                    </a:p>
                  </a:txBody>
                  <a:tcPr marL="91440" marR="91440" marT="45720" marB="45720">
                    <a:solidFill>
                      <a:srgbClr val="F7F5EE"/>
                    </a:solidFill>
                  </a:tcPr>
                </a:tc>
                <a:tc>
                  <a:txBody>
                    <a:bodyPr/>
                    <a:lstStyle/>
                    <a:p>
                      <a:r>
                        <a:rPr sz="1725" b="0">
                          <a:solidFill>
                            <a:srgbClr val="18364B"/>
                          </a:solidFill>
                          <a:latin typeface="Arial"/>
                          <a:ea typeface="Arial"/>
                          <a:cs typeface="Arial"/>
                        </a:rPr>
                        <a:t>655,696</a:t>
                      </a:r>
                    </a:p>
                  </a:txBody>
                  <a:tcPr marL="91440" marR="91440" marT="45720" marB="45720">
                    <a:solidFill>
                      <a:srgbClr val="F7F5EE"/>
                    </a:solidFill>
                  </a:tcPr>
                </a:tc>
              </a:tr>
              <a:tr h="702469">
                <a:tc>
                  <a:txBody>
                    <a:bodyPr/>
                    <a:lstStyle/>
                    <a:p>
                      <a:r>
                        <a:rPr sz="1725" b="0">
                          <a:solidFill>
                            <a:srgbClr val="18364B"/>
                          </a:solidFill>
                          <a:latin typeface="Arial"/>
                          <a:ea typeface="Arial"/>
                          <a:cs typeface="Arial"/>
                        </a:rPr>
                        <a:t>WMC</a:t>
                      </a:r>
                    </a:p>
                  </a:txBody>
                  <a:tcPr marL="91440" marR="91440" marT="45720" marB="45720">
                    <a:solidFill>
                      <a:srgbClr val="E9EFEB"/>
                    </a:solidFill>
                  </a:tcPr>
                </a:tc>
                <a:tc>
                  <a:txBody>
                    <a:bodyPr/>
                    <a:lstStyle/>
                    <a:p>
                      <a:r>
                        <a:rPr sz="1725" b="0">
                          <a:solidFill>
                            <a:srgbClr val="18364B"/>
                          </a:solidFill>
                          <a:latin typeface="Arial"/>
                          <a:ea typeface="Arial"/>
                          <a:cs typeface="Arial"/>
                        </a:rPr>
                        <a:t>Memory-to-gate connections</a:t>
                      </a:r>
                    </a:p>
                  </a:txBody>
                  <a:tcPr marL="91440" marR="91440" marT="45720" marB="45720">
                    <a:solidFill>
                      <a:srgbClr val="E9EFEB"/>
                    </a:solidFill>
                  </a:tcPr>
                </a:tc>
                <a:tc>
                  <a:txBody>
                    <a:bodyPr/>
                    <a:lstStyle/>
                    <a:p>
                      <a:r>
                        <a:rPr sz="1725" b="0">
                          <a:solidFill>
                            <a:srgbClr val="18364B"/>
                          </a:solidFill>
                          <a:latin typeface="Arial"/>
                          <a:ea typeface="Arial"/>
                          <a:cs typeface="Arial"/>
                        </a:rPr>
                        <a:t>811,600</a:t>
                      </a:r>
                    </a:p>
                  </a:txBody>
                  <a:tcPr marL="91440" marR="91440" marT="45720" marB="45720">
                    <a:solidFill>
                      <a:srgbClr val="E9EFEB"/>
                    </a:solidFill>
                  </a:tcPr>
                </a:tc>
              </a:tr>
            </a:tbl>
          </a:graphicData>
        </a:graphic>
      </p:graphicFrame>
      <p:sp>
        <p:nvSpPr>
          <p:cNvPr id="5" name="">
            <a:extLst xmlns:a="http://schemas.openxmlformats.org/drawingml/2006/main">
              <a:ext uri="{FF2B5EF4-FFF2-40B4-BE49-F238E27FC236}">
                <a16:creationId xmlns:a16="http://schemas.microsoft.com/office/drawing/2014/main" id="{EB482E5E-D2B2-4317-87E9-5D6B7EE1C74D}"/>
              </a:ext>
            </a:extLst>
          </p:cNvPr>
          <p:cNvSpPr>
            <a:spLocks xmlns:a="http://schemas.openxmlformats.org/drawingml/2006/main" noGrp="1"/>
          </p:cNvSpPr>
          <p:nvPr/>
        </p:nvSpPr>
        <p:spPr>
          <a:xfrm xmlns:a="http://schemas.openxmlformats.org/drawingml/2006/main">
            <a:off x="666750" y="5600700"/>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07F7A"/>
                </a:solidFill>
                <a:latin typeface="Arial"/>
                <a:ea typeface="Arial"/>
                <a:cs typeface="Arial"/>
              </a:defRPr>
            </a:defPPr>
            <a:lvl1pPr>
              <a:defRPr sz="2100" b="1">
                <a:solidFill>
                  <a:srgbClr val="007F7A"/>
                </a:solidFill>
                <a:latin typeface="Arial"/>
                <a:ea typeface="Arial"/>
                <a:cs typeface="Arial"/>
              </a:defRPr>
            </a:lvl1pPr>
            <a:lvl2pPr>
              <a:defRPr sz="2100" b="1">
                <a:solidFill>
                  <a:srgbClr val="007F7A"/>
                </a:solidFill>
                <a:latin typeface="Arial"/>
                <a:ea typeface="Arial"/>
                <a:cs typeface="Arial"/>
              </a:defRPr>
            </a:lvl2pPr>
            <a:lvl3pPr>
              <a:defRPr sz="2100" b="1">
                <a:solidFill>
                  <a:srgbClr val="007F7A"/>
                </a:solidFill>
                <a:latin typeface="Arial"/>
                <a:ea typeface="Arial"/>
                <a:cs typeface="Arial"/>
              </a:defRPr>
            </a:lvl3pPr>
            <a:lvl4pPr>
              <a:defRPr sz="2100" b="1">
                <a:solidFill>
                  <a:srgbClr val="007F7A"/>
                </a:solidFill>
                <a:latin typeface="Arial"/>
                <a:ea typeface="Arial"/>
                <a:cs typeface="Arial"/>
              </a:defRPr>
            </a:lvl4pPr>
            <a:lvl5pPr>
              <a:defRPr sz="2100" b="1">
                <a:solidFill>
                  <a:srgbClr val="007F7A"/>
                </a:solidFill>
                <a:latin typeface="Arial"/>
                <a:ea typeface="Arial"/>
                <a:cs typeface="Arial"/>
              </a:defRPr>
            </a:lvl5pPr>
            <a:lvl6pPr>
              <a:defRPr sz="2100" b="1">
                <a:solidFill>
                  <a:srgbClr val="007F7A"/>
                </a:solidFill>
                <a:latin typeface="Arial"/>
                <a:ea typeface="Arial"/>
                <a:cs typeface="Arial"/>
              </a:defRPr>
            </a:lvl6pPr>
            <a:lvl7pPr>
              <a:defRPr sz="2100" b="1">
                <a:solidFill>
                  <a:srgbClr val="007F7A"/>
                </a:solidFill>
                <a:latin typeface="Arial"/>
                <a:ea typeface="Arial"/>
                <a:cs typeface="Arial"/>
              </a:defRPr>
            </a:lvl7pPr>
            <a:lvl8pPr>
              <a:defRPr sz="2100" b="1">
                <a:solidFill>
                  <a:srgbClr val="007F7A"/>
                </a:solidFill>
                <a:latin typeface="Arial"/>
                <a:ea typeface="Arial"/>
                <a:cs typeface="Arial"/>
              </a:defRPr>
            </a:lvl8pPr>
            <a:lvl9pPr>
              <a:defRPr sz="2100" b="1">
                <a:solidFill>
                  <a:srgbClr val="007F7A"/>
                </a:solidFill>
                <a:latin typeface="Arial"/>
                <a:ea typeface="Arial"/>
                <a:cs typeface="Arial"/>
              </a:defRPr>
            </a:lvl9pPr>
          </a:lstStyle>
          <a:p xmlns:a="http://schemas.openxmlformats.org/drawingml/2006/main">
            <a:pPr>
              <a:defRPr sz="2100" b="1">
                <a:solidFill>
                  <a:srgbClr val="007F7A"/>
                </a:solidFill>
                <a:latin typeface="Arial"/>
                <a:ea typeface="Arial"/>
                <a:cs typeface="Arial"/>
              </a:defRPr>
            </a:pPr>
            <a:r>
              <a:rPr sz="2100" b="1">
                <a:solidFill>
                  <a:srgbClr val="007F7A"/>
                </a:solidFill>
                <a:latin typeface="Arial"/>
                <a:ea typeface="Arial"/>
                <a:cs typeface="Arial"/>
              </a:rPr>
              <a:t>Same attention, data, tokenizer and decoding rules</a:t>
            </a:r>
          </a:p>
        </p:txBody>
      </p:sp>
    </p:spTree>
    <p:extLst>
      <p:ext uri="{BB962C8B-B14F-4D97-AF65-F5344CB8AC3E}">
        <p14:creationId xmlns:p14="http://schemas.microsoft.com/office/powerpoint/2010/main" val="631532564"/>
      </p:ext>
    </p:extLst>
  </p:cSld>
</p:sld>
</file>

<file path=ppt/slides/slide7.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FA0D0DC-69E6-43A4-9B30-2F549256CE26}"/>
              </a:ext>
            </a:extLst>
          </p:cNvPr>
          <p:cNvSpPr>
            <a:spLocks xmlns:a="http://schemas.openxmlformats.org/drawingml/2006/main" noGrp="1"/>
          </p:cNvSpPr>
          <p:nvPr/>
        </p:nvSpPr>
        <p:spPr>
          <a:xfrm xmlns:a="http://schemas.openxmlformats.org/drawingml/2006/main">
            <a:off x="609600" y="3238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7A"/>
                </a:solidFill>
                <a:latin typeface="Arial"/>
                <a:ea typeface="Arial"/>
                <a:cs typeface="Arial"/>
              </a:defRPr>
            </a:defPPr>
            <a:lvl1pPr>
              <a:defRPr sz="1275" b="1">
                <a:solidFill>
                  <a:srgbClr val="007F7A"/>
                </a:solidFill>
                <a:latin typeface="Arial"/>
                <a:ea typeface="Arial"/>
                <a:cs typeface="Arial"/>
              </a:defRPr>
            </a:lvl1pPr>
            <a:lvl2pPr>
              <a:defRPr sz="1275" b="1">
                <a:solidFill>
                  <a:srgbClr val="007F7A"/>
                </a:solidFill>
                <a:latin typeface="Arial"/>
                <a:ea typeface="Arial"/>
                <a:cs typeface="Arial"/>
              </a:defRPr>
            </a:lvl2pPr>
            <a:lvl3pPr>
              <a:defRPr sz="1275" b="1">
                <a:solidFill>
                  <a:srgbClr val="007F7A"/>
                </a:solidFill>
                <a:latin typeface="Arial"/>
                <a:ea typeface="Arial"/>
                <a:cs typeface="Arial"/>
              </a:defRPr>
            </a:lvl3pPr>
            <a:lvl4pPr>
              <a:defRPr sz="1275" b="1">
                <a:solidFill>
                  <a:srgbClr val="007F7A"/>
                </a:solidFill>
                <a:latin typeface="Arial"/>
                <a:ea typeface="Arial"/>
                <a:cs typeface="Arial"/>
              </a:defRPr>
            </a:lvl4pPr>
            <a:lvl5pPr>
              <a:defRPr sz="1275" b="1">
                <a:solidFill>
                  <a:srgbClr val="007F7A"/>
                </a:solidFill>
                <a:latin typeface="Arial"/>
                <a:ea typeface="Arial"/>
                <a:cs typeface="Arial"/>
              </a:defRPr>
            </a:lvl5pPr>
            <a:lvl6pPr>
              <a:defRPr sz="1275" b="1">
                <a:solidFill>
                  <a:srgbClr val="007F7A"/>
                </a:solidFill>
                <a:latin typeface="Arial"/>
                <a:ea typeface="Arial"/>
                <a:cs typeface="Arial"/>
              </a:defRPr>
            </a:lvl6pPr>
            <a:lvl7pPr>
              <a:defRPr sz="1275" b="1">
                <a:solidFill>
                  <a:srgbClr val="007F7A"/>
                </a:solidFill>
                <a:latin typeface="Arial"/>
                <a:ea typeface="Arial"/>
                <a:cs typeface="Arial"/>
              </a:defRPr>
            </a:lvl7pPr>
            <a:lvl8pPr>
              <a:defRPr sz="1275" b="1">
                <a:solidFill>
                  <a:srgbClr val="007F7A"/>
                </a:solidFill>
                <a:latin typeface="Arial"/>
                <a:ea typeface="Arial"/>
                <a:cs typeface="Arial"/>
              </a:defRPr>
            </a:lvl8pPr>
            <a:lvl9pPr>
              <a:defRPr sz="1275" b="1">
                <a:solidFill>
                  <a:srgbClr val="007F7A"/>
                </a:solidFill>
                <a:latin typeface="Arial"/>
                <a:ea typeface="Arial"/>
                <a:cs typeface="Arial"/>
              </a:defRPr>
            </a:lvl9pPr>
          </a:lstStyle>
          <a:p xmlns:a="http://schemas.openxmlformats.org/drawingml/2006/main">
            <a:pPr>
              <a:defRPr sz="1275" b="1">
                <a:solidFill>
                  <a:srgbClr val="007F7A"/>
                </a:solidFill>
                <a:latin typeface="Arial"/>
                <a:ea typeface="Arial"/>
                <a:cs typeface="Arial"/>
              </a:defRPr>
            </a:pPr>
            <a:r>
              <a:rPr sz="1275" b="1">
                <a:solidFill>
                  <a:srgbClr val="007F7A"/>
                </a:solidFill>
                <a:latin typeface="Arial"/>
                <a:ea typeface="Arial"/>
                <a:cs typeface="Arial"/>
              </a:rPr>
              <a:t>06 / HYPERPARAMETERS</a:t>
            </a:r>
          </a:p>
        </p:txBody>
      </p:sp>
      <p:sp>
        <p:nvSpPr>
          <p:cNvPr id="2" name="">
            <a:extLst xmlns:a="http://schemas.openxmlformats.org/drawingml/2006/main">
              <a:ext uri="{FF2B5EF4-FFF2-40B4-BE49-F238E27FC236}">
                <a16:creationId xmlns:a16="http://schemas.microsoft.com/office/drawing/2014/main" id="{567D167A-0109-49D2-9F4B-D05DA7972208}"/>
              </a:ext>
            </a:extLst>
          </p:cNvPr>
          <p:cNvSpPr>
            <a:spLocks xmlns:a="http://schemas.openxmlformats.org/drawingml/2006/main" noGrp="1"/>
          </p:cNvSpPr>
          <p:nvPr/>
        </p:nvSpPr>
        <p:spPr>
          <a:xfrm xmlns:a="http://schemas.openxmlformats.org/drawingml/2006/main">
            <a:off x="609600" y="85725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18364B"/>
                </a:solidFill>
                <a:latin typeface="Arial"/>
                <a:ea typeface="Arial"/>
                <a:cs typeface="Arial"/>
              </a:defRPr>
            </a:defPPr>
            <a:lvl1pPr>
              <a:defRPr sz="3525" b="1">
                <a:solidFill>
                  <a:srgbClr val="18364B"/>
                </a:solidFill>
                <a:latin typeface="Arial"/>
                <a:ea typeface="Arial"/>
                <a:cs typeface="Arial"/>
              </a:defRPr>
            </a:lvl1pPr>
            <a:lvl2pPr>
              <a:defRPr sz="3525" b="1">
                <a:solidFill>
                  <a:srgbClr val="18364B"/>
                </a:solidFill>
                <a:latin typeface="Arial"/>
                <a:ea typeface="Arial"/>
                <a:cs typeface="Arial"/>
              </a:defRPr>
            </a:lvl2pPr>
            <a:lvl3pPr>
              <a:defRPr sz="3525" b="1">
                <a:solidFill>
                  <a:srgbClr val="18364B"/>
                </a:solidFill>
                <a:latin typeface="Arial"/>
                <a:ea typeface="Arial"/>
                <a:cs typeface="Arial"/>
              </a:defRPr>
            </a:lvl3pPr>
            <a:lvl4pPr>
              <a:defRPr sz="3525" b="1">
                <a:solidFill>
                  <a:srgbClr val="18364B"/>
                </a:solidFill>
                <a:latin typeface="Arial"/>
                <a:ea typeface="Arial"/>
                <a:cs typeface="Arial"/>
              </a:defRPr>
            </a:lvl4pPr>
            <a:lvl5pPr>
              <a:defRPr sz="3525" b="1">
                <a:solidFill>
                  <a:srgbClr val="18364B"/>
                </a:solidFill>
                <a:latin typeface="Arial"/>
                <a:ea typeface="Arial"/>
                <a:cs typeface="Arial"/>
              </a:defRPr>
            </a:lvl5pPr>
            <a:lvl6pPr>
              <a:defRPr sz="3525" b="1">
                <a:solidFill>
                  <a:srgbClr val="18364B"/>
                </a:solidFill>
                <a:latin typeface="Arial"/>
                <a:ea typeface="Arial"/>
                <a:cs typeface="Arial"/>
              </a:defRPr>
            </a:lvl6pPr>
            <a:lvl7pPr>
              <a:defRPr sz="3525" b="1">
                <a:solidFill>
                  <a:srgbClr val="18364B"/>
                </a:solidFill>
                <a:latin typeface="Arial"/>
                <a:ea typeface="Arial"/>
                <a:cs typeface="Arial"/>
              </a:defRPr>
            </a:lvl7pPr>
            <a:lvl8pPr>
              <a:defRPr sz="3525" b="1">
                <a:solidFill>
                  <a:srgbClr val="18364B"/>
                </a:solidFill>
                <a:latin typeface="Arial"/>
                <a:ea typeface="Arial"/>
                <a:cs typeface="Arial"/>
              </a:defRPr>
            </a:lvl8pPr>
            <a:lvl9pPr>
              <a:defRPr sz="3525" b="1">
                <a:solidFill>
                  <a:srgbClr val="18364B"/>
                </a:solidFill>
                <a:latin typeface="Arial"/>
                <a:ea typeface="Arial"/>
                <a:cs typeface="Arial"/>
              </a:defRPr>
            </a:lvl9pPr>
          </a:lstStyle>
          <a:p xmlns:a="http://schemas.openxmlformats.org/drawingml/2006/main">
            <a:pPr>
              <a:defRPr sz="3525" b="1">
                <a:solidFill>
                  <a:srgbClr val="18364B"/>
                </a:solidFill>
                <a:latin typeface="Arial"/>
                <a:ea typeface="Arial"/>
                <a:cs typeface="Arial"/>
              </a:defRPr>
            </a:pPr>
            <a:r>
              <a:rPr sz="3525" b="1">
                <a:solidFill>
                  <a:srgbClr val="18364B"/>
                </a:solidFill>
                <a:latin typeface="Arial"/>
                <a:ea typeface="Arial"/>
                <a:cs typeface="Arial"/>
              </a:rPr>
              <a:t>Nine runs with controlled comparisons</a:t>
            </a:r>
          </a:p>
        </p:txBody>
      </p:sp>
      <p:sp>
        <p:nvSpPr>
          <p:cNvPr id="3" name="">
            <a:extLst xmlns:a="http://schemas.openxmlformats.org/drawingml/2006/main">
              <a:ext uri="{FF2B5EF4-FFF2-40B4-BE49-F238E27FC236}">
                <a16:creationId xmlns:a16="http://schemas.microsoft.com/office/drawing/2014/main" id="{DC90FA0E-0F79-4323-9BE6-8620EB1A1189}"/>
              </a:ext>
            </a:extLst>
          </p:cNvPr>
          <p:cNvSpPr>
            <a:spLocks xmlns:a="http://schemas.openxmlformats.org/drawingml/2006/main" noGrp="1"/>
          </p:cNvSpPr>
          <p:nvPr/>
        </p:nvSpPr>
        <p:spPr>
          <a:xfrm xmlns:a="http://schemas.openxmlformats.org/drawingml/2006/main">
            <a:off x="11096625" y="63150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878"/>
                </a:solidFill>
                <a:latin typeface="Arial"/>
                <a:ea typeface="Arial"/>
                <a:cs typeface="Arial"/>
              </a:defRPr>
            </a:defPPr>
            <a:lvl1pPr>
              <a:defRPr sz="1200" b="0">
                <a:solidFill>
                  <a:srgbClr val="526878"/>
                </a:solidFill>
                <a:latin typeface="Arial"/>
                <a:ea typeface="Arial"/>
                <a:cs typeface="Arial"/>
              </a:defRPr>
            </a:lvl1pPr>
            <a:lvl2pPr>
              <a:defRPr sz="1200" b="0">
                <a:solidFill>
                  <a:srgbClr val="526878"/>
                </a:solidFill>
                <a:latin typeface="Arial"/>
                <a:ea typeface="Arial"/>
                <a:cs typeface="Arial"/>
              </a:defRPr>
            </a:lvl2pPr>
            <a:lvl3pPr>
              <a:defRPr sz="1200" b="0">
                <a:solidFill>
                  <a:srgbClr val="526878"/>
                </a:solidFill>
                <a:latin typeface="Arial"/>
                <a:ea typeface="Arial"/>
                <a:cs typeface="Arial"/>
              </a:defRPr>
            </a:lvl3pPr>
            <a:lvl4pPr>
              <a:defRPr sz="1200" b="0">
                <a:solidFill>
                  <a:srgbClr val="526878"/>
                </a:solidFill>
                <a:latin typeface="Arial"/>
                <a:ea typeface="Arial"/>
                <a:cs typeface="Arial"/>
              </a:defRPr>
            </a:lvl4pPr>
            <a:lvl5pPr>
              <a:defRPr sz="1200" b="0">
                <a:solidFill>
                  <a:srgbClr val="526878"/>
                </a:solidFill>
                <a:latin typeface="Arial"/>
                <a:ea typeface="Arial"/>
                <a:cs typeface="Arial"/>
              </a:defRPr>
            </a:lvl5pPr>
            <a:lvl6pPr>
              <a:defRPr sz="1200" b="0">
                <a:solidFill>
                  <a:srgbClr val="526878"/>
                </a:solidFill>
                <a:latin typeface="Arial"/>
                <a:ea typeface="Arial"/>
                <a:cs typeface="Arial"/>
              </a:defRPr>
            </a:lvl6pPr>
            <a:lvl7pPr>
              <a:defRPr sz="1200" b="0">
                <a:solidFill>
                  <a:srgbClr val="526878"/>
                </a:solidFill>
                <a:latin typeface="Arial"/>
                <a:ea typeface="Arial"/>
                <a:cs typeface="Arial"/>
              </a:defRPr>
            </a:lvl7pPr>
            <a:lvl8pPr>
              <a:defRPr sz="1200" b="0">
                <a:solidFill>
                  <a:srgbClr val="526878"/>
                </a:solidFill>
                <a:latin typeface="Arial"/>
                <a:ea typeface="Arial"/>
                <a:cs typeface="Arial"/>
              </a:defRPr>
            </a:lvl8pPr>
            <a:lvl9pPr>
              <a:defRPr sz="1200" b="0">
                <a:solidFill>
                  <a:srgbClr val="526878"/>
                </a:solidFill>
                <a:latin typeface="Arial"/>
                <a:ea typeface="Arial"/>
                <a:cs typeface="Arial"/>
              </a:defRPr>
            </a:lvl9pPr>
          </a:lstStyle>
          <a:p xmlns:a="http://schemas.openxmlformats.org/drawingml/2006/main">
            <a:pPr>
              <a:defRPr sz="1200" b="0">
                <a:solidFill>
                  <a:srgbClr val="526878"/>
                </a:solidFill>
                <a:latin typeface="Arial"/>
                <a:ea typeface="Arial"/>
                <a:cs typeface="Arial"/>
              </a:defRPr>
            </a:pPr>
            <a:r>
              <a:rPr sz="1200" b="0">
                <a:solidFill>
                  <a:srgbClr val="526878"/>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2712BE31-5C28-4CCA-9972-FCE30C367562}"/>
              </a:ext>
            </a:extLst>
          </p:cNvPr>
          <p:cNvGraphicFramePr/>
          <p:nvPr/>
        </p:nvGraphicFramePr>
        <p:xfrm>
          <a:off xmlns:a="http://schemas.openxmlformats.org/drawingml/2006/main" x="619125" y="2286000"/>
          <a:ext xmlns:a="http://schemas.openxmlformats.org/drawingml/2006/main" cx="4857750" cy="2381250"/>
        </p:xfrm>
        <a:graphic xmlns:a="http://schemas.openxmlformats.org/drawingml/2006/main">
          <a:graphicData uri="http://schemas.openxmlformats.org/drawingml/2006/table">
            <a:tbl>
              <a:tblPr/>
              <a:tblGrid>
                <a:gridCol w="1333500"/>
                <a:gridCol w="2190750"/>
                <a:gridCol w="1333500"/>
              </a:tblGrid>
              <a:tr h="595313">
                <a:tc>
                  <a:txBody>
                    <a:bodyPr/>
                    <a:lstStyle/>
                    <a:p>
                      <a:r>
                        <a:rPr sz="1725" b="1">
                          <a:solidFill>
                            <a:srgbClr val="FFFFFF"/>
                          </a:solidFill>
                          <a:latin typeface="Arial"/>
                          <a:ea typeface="Arial"/>
                          <a:cs typeface="Arial"/>
                        </a:rPr>
                        <a:t>Setting</a:t>
                      </a:r>
                    </a:p>
                  </a:txBody>
                  <a:tcPr marL="91440" marR="91440" marT="45720" marB="45720">
                    <a:solidFill>
                      <a:srgbClr val="102C40"/>
                    </a:solidFill>
                  </a:tcPr>
                </a:tc>
                <a:tc>
                  <a:txBody>
                    <a:bodyPr/>
                    <a:lstStyle/>
                    <a:p>
                      <a:r>
                        <a:rPr sz="1725" b="1">
                          <a:solidFill>
                            <a:srgbClr val="FFFFFF"/>
                          </a:solidFill>
                          <a:latin typeface="Arial"/>
                          <a:ea typeface="Arial"/>
                          <a:cs typeface="Arial"/>
                        </a:rPr>
                        <a:t>Learning rate</a:t>
                      </a:r>
                    </a:p>
                  </a:txBody>
                  <a:tcPr marL="91440" marR="91440" marT="45720" marB="45720">
                    <a:solidFill>
                      <a:srgbClr val="102C40"/>
                    </a:solidFill>
                  </a:tcPr>
                </a:tc>
                <a:tc>
                  <a:txBody>
                    <a:bodyPr/>
                    <a:lstStyle/>
                    <a:p>
                      <a:r>
                        <a:rPr sz="1725" b="1">
                          <a:solidFill>
                            <a:srgbClr val="FFFFFF"/>
                          </a:solidFill>
                          <a:latin typeface="Arial"/>
                          <a:ea typeface="Arial"/>
                          <a:cs typeface="Arial"/>
                        </a:rPr>
                        <a:t>Batch</a:t>
                      </a:r>
                    </a:p>
                  </a:txBody>
                  <a:tcPr marL="91440" marR="91440" marT="45720" marB="45720">
                    <a:solidFill>
                      <a:srgbClr val="102C40"/>
                    </a:solidFill>
                  </a:tcPr>
                </a:tc>
              </a:tr>
              <a:tr h="595313">
                <a:tc>
                  <a:txBody>
                    <a:bodyPr/>
                    <a:lstStyle/>
                    <a:p>
                      <a:r>
                        <a:rPr sz="1725" b="0">
                          <a:solidFill>
                            <a:srgbClr val="18364B"/>
                          </a:solidFill>
                          <a:latin typeface="Arial"/>
                          <a:ea typeface="Arial"/>
                          <a:cs typeface="Arial"/>
                        </a:rPr>
                        <a:t>A</a:t>
                      </a:r>
                    </a:p>
                  </a:txBody>
                  <a:tcPr marL="91440" marR="91440" marT="45720" marB="45720">
                    <a:solidFill>
                      <a:srgbClr val="E9EFEB"/>
                    </a:solidFill>
                  </a:tcPr>
                </a:tc>
                <a:tc>
                  <a:txBody>
                    <a:bodyPr/>
                    <a:lstStyle/>
                    <a:p>
                      <a:r>
                        <a:rPr sz="1725" b="0">
                          <a:solidFill>
                            <a:srgbClr val="18364B"/>
                          </a:solidFill>
                          <a:latin typeface="Arial"/>
                          <a:ea typeface="Arial"/>
                          <a:cs typeface="Arial"/>
                        </a:rPr>
                        <a:t>0.001</a:t>
                      </a:r>
                    </a:p>
                  </a:txBody>
                  <a:tcPr marL="91440" marR="91440" marT="45720" marB="45720">
                    <a:solidFill>
                      <a:srgbClr val="E9EFEB"/>
                    </a:solidFill>
                  </a:tcPr>
                </a:tc>
                <a:tc>
                  <a:txBody>
                    <a:bodyPr/>
                    <a:lstStyle/>
                    <a:p>
                      <a:r>
                        <a:rPr sz="1725" b="0">
                          <a:solidFill>
                            <a:srgbClr val="18364B"/>
                          </a:solidFill>
                          <a:latin typeface="Arial"/>
                          <a:ea typeface="Arial"/>
                          <a:cs typeface="Arial"/>
                        </a:rPr>
                        <a:t>128</a:t>
                      </a:r>
                    </a:p>
                  </a:txBody>
                  <a:tcPr marL="91440" marR="91440" marT="45720" marB="45720">
                    <a:solidFill>
                      <a:srgbClr val="E9EFEB"/>
                    </a:solidFill>
                  </a:tcPr>
                </a:tc>
              </a:tr>
              <a:tr h="595313">
                <a:tc>
                  <a:txBody>
                    <a:bodyPr/>
                    <a:lstStyle/>
                    <a:p>
                      <a:r>
                        <a:rPr sz="1725" b="0">
                          <a:solidFill>
                            <a:srgbClr val="18364B"/>
                          </a:solidFill>
                          <a:latin typeface="Arial"/>
                          <a:ea typeface="Arial"/>
                          <a:cs typeface="Arial"/>
                        </a:rPr>
                        <a:t>B</a:t>
                      </a:r>
                    </a:p>
                  </a:txBody>
                  <a:tcPr marL="91440" marR="91440" marT="45720" marB="45720">
                    <a:solidFill>
                      <a:srgbClr val="F7F5EE"/>
                    </a:solidFill>
                  </a:tcPr>
                </a:tc>
                <a:tc>
                  <a:txBody>
                    <a:bodyPr/>
                    <a:lstStyle/>
                    <a:p>
                      <a:r>
                        <a:rPr sz="1725" b="0">
                          <a:solidFill>
                            <a:srgbClr val="18364B"/>
                          </a:solidFill>
                          <a:latin typeface="Arial"/>
                          <a:ea typeface="Arial"/>
                          <a:cs typeface="Arial"/>
                        </a:rPr>
                        <a:t>0.003</a:t>
                      </a:r>
                    </a:p>
                  </a:txBody>
                  <a:tcPr marL="91440" marR="91440" marT="45720" marB="45720">
                    <a:solidFill>
                      <a:srgbClr val="F7F5EE"/>
                    </a:solidFill>
                  </a:tcPr>
                </a:tc>
                <a:tc>
                  <a:txBody>
                    <a:bodyPr/>
                    <a:lstStyle/>
                    <a:p>
                      <a:r>
                        <a:rPr sz="1725" b="0">
                          <a:solidFill>
                            <a:srgbClr val="18364B"/>
                          </a:solidFill>
                          <a:latin typeface="Arial"/>
                          <a:ea typeface="Arial"/>
                          <a:cs typeface="Arial"/>
                        </a:rPr>
                        <a:t>128</a:t>
                      </a:r>
                    </a:p>
                  </a:txBody>
                  <a:tcPr marL="91440" marR="91440" marT="45720" marB="45720">
                    <a:solidFill>
                      <a:srgbClr val="F7F5EE"/>
                    </a:solidFill>
                  </a:tcPr>
                </a:tc>
              </a:tr>
              <a:tr h="595313">
                <a:tc>
                  <a:txBody>
                    <a:bodyPr/>
                    <a:lstStyle/>
                    <a:p>
                      <a:r>
                        <a:rPr sz="1725" b="0">
                          <a:solidFill>
                            <a:srgbClr val="18364B"/>
                          </a:solidFill>
                          <a:latin typeface="Arial"/>
                          <a:ea typeface="Arial"/>
                          <a:cs typeface="Arial"/>
                        </a:rPr>
                        <a:t>C</a:t>
                      </a:r>
                    </a:p>
                  </a:txBody>
                  <a:tcPr marL="91440" marR="91440" marT="45720" marB="45720">
                    <a:solidFill>
                      <a:srgbClr val="E9EFEB"/>
                    </a:solidFill>
                  </a:tcPr>
                </a:tc>
                <a:tc>
                  <a:txBody>
                    <a:bodyPr/>
                    <a:lstStyle/>
                    <a:p>
                      <a:r>
                        <a:rPr sz="1725" b="0">
                          <a:solidFill>
                            <a:srgbClr val="18364B"/>
                          </a:solidFill>
                          <a:latin typeface="Arial"/>
                          <a:ea typeface="Arial"/>
                          <a:cs typeface="Arial"/>
                        </a:rPr>
                        <a:t>0.003</a:t>
                      </a:r>
                    </a:p>
                  </a:txBody>
                  <a:tcPr marL="91440" marR="91440" marT="45720" marB="45720">
                    <a:solidFill>
                      <a:srgbClr val="E9EFEB"/>
                    </a:solidFill>
                  </a:tcPr>
                </a:tc>
                <a:tc>
                  <a:txBody>
                    <a:bodyPr/>
                    <a:lstStyle/>
                    <a:p>
                      <a:r>
                        <a:rPr sz="1725" b="0">
                          <a:solidFill>
                            <a:srgbClr val="18364B"/>
                          </a:solidFill>
                          <a:latin typeface="Arial"/>
                          <a:ea typeface="Arial"/>
                          <a:cs typeface="Arial"/>
                        </a:rPr>
                        <a:t>256</a:t>
                      </a:r>
                    </a:p>
                  </a:txBody>
                  <a:tcPr marL="91440" marR="91440" marT="45720" marB="45720">
                    <a:solidFill>
                      <a:srgbClr val="E9EFEB"/>
                    </a:solidFill>
                  </a:tcPr>
                </a:tc>
              </a:tr>
            </a:tbl>
          </a:graphicData>
        </a:graphic>
      </p:graphicFrame>
      <p:sp>
        <p:nvSpPr>
          <p:cNvPr id="5" name="">
            <a:extLst xmlns:a="http://schemas.openxmlformats.org/drawingml/2006/main">
              <a:ext uri="{FF2B5EF4-FFF2-40B4-BE49-F238E27FC236}">
                <a16:creationId xmlns:a16="http://schemas.microsoft.com/office/drawing/2014/main" id="{356CFE5F-9956-4F16-B5CC-6A7E82AE7A9E}"/>
              </a:ext>
            </a:extLst>
          </p:cNvPr>
          <p:cNvSpPr>
            <a:spLocks xmlns:a="http://schemas.openxmlformats.org/drawingml/2006/main" noGrp="1"/>
          </p:cNvSpPr>
          <p:nvPr/>
        </p:nvSpPr>
        <p:spPr>
          <a:xfrm xmlns:a="http://schemas.openxmlformats.org/drawingml/2006/main">
            <a:off x="666750" y="5000625"/>
            <a:ext cx="5000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8364B"/>
                </a:solidFill>
                <a:latin typeface="Arial"/>
                <a:ea typeface="Arial"/>
                <a:cs typeface="Arial"/>
              </a:defRPr>
            </a:defPPr>
            <a:lvl1pPr>
              <a:defRPr sz="1800" b="0">
                <a:solidFill>
                  <a:srgbClr val="18364B"/>
                </a:solidFill>
                <a:latin typeface="Arial"/>
                <a:ea typeface="Arial"/>
                <a:cs typeface="Arial"/>
              </a:defRPr>
            </a:lvl1pPr>
            <a:lvl2pPr>
              <a:defRPr sz="1800" b="0">
                <a:solidFill>
                  <a:srgbClr val="18364B"/>
                </a:solidFill>
                <a:latin typeface="Arial"/>
                <a:ea typeface="Arial"/>
                <a:cs typeface="Arial"/>
              </a:defRPr>
            </a:lvl2pPr>
            <a:lvl3pPr>
              <a:defRPr sz="1800" b="0">
                <a:solidFill>
                  <a:srgbClr val="18364B"/>
                </a:solidFill>
                <a:latin typeface="Arial"/>
                <a:ea typeface="Arial"/>
                <a:cs typeface="Arial"/>
              </a:defRPr>
            </a:lvl3pPr>
            <a:lvl4pPr>
              <a:defRPr sz="1800" b="0">
                <a:solidFill>
                  <a:srgbClr val="18364B"/>
                </a:solidFill>
                <a:latin typeface="Arial"/>
                <a:ea typeface="Arial"/>
                <a:cs typeface="Arial"/>
              </a:defRPr>
            </a:lvl4pPr>
            <a:lvl5pPr>
              <a:defRPr sz="1800" b="0">
                <a:solidFill>
                  <a:srgbClr val="18364B"/>
                </a:solidFill>
                <a:latin typeface="Arial"/>
                <a:ea typeface="Arial"/>
                <a:cs typeface="Arial"/>
              </a:defRPr>
            </a:lvl5pPr>
            <a:lvl6pPr>
              <a:defRPr sz="1800" b="0">
                <a:solidFill>
                  <a:srgbClr val="18364B"/>
                </a:solidFill>
                <a:latin typeface="Arial"/>
                <a:ea typeface="Arial"/>
                <a:cs typeface="Arial"/>
              </a:defRPr>
            </a:lvl6pPr>
            <a:lvl7pPr>
              <a:defRPr sz="1800" b="0">
                <a:solidFill>
                  <a:srgbClr val="18364B"/>
                </a:solidFill>
                <a:latin typeface="Arial"/>
                <a:ea typeface="Arial"/>
                <a:cs typeface="Arial"/>
              </a:defRPr>
            </a:lvl7pPr>
            <a:lvl8pPr>
              <a:defRPr sz="1800" b="0">
                <a:solidFill>
                  <a:srgbClr val="18364B"/>
                </a:solidFill>
                <a:latin typeface="Arial"/>
                <a:ea typeface="Arial"/>
                <a:cs typeface="Arial"/>
              </a:defRPr>
            </a:lvl8pPr>
            <a:lvl9pPr>
              <a:defRPr sz="1800" b="0">
                <a:solidFill>
                  <a:srgbClr val="18364B"/>
                </a:solidFill>
                <a:latin typeface="Arial"/>
                <a:ea typeface="Arial"/>
                <a:cs typeface="Arial"/>
              </a:defRPr>
            </a:lvl9pPr>
          </a:lstStyle>
          <a:p xmlns:a="http://schemas.openxmlformats.org/drawingml/2006/main">
            <a:pPr>
              <a:defRPr sz="1800" b="0">
                <a:solidFill>
                  <a:srgbClr val="18364B"/>
                </a:solidFill>
                <a:latin typeface="Arial"/>
                <a:ea typeface="Arial"/>
                <a:cs typeface="Arial"/>
              </a:defRPr>
            </a:pPr>
            <a:r>
              <a:rPr sz="1800" b="0">
                <a:solidFill>
                  <a:srgbClr val="18364B"/>
                </a:solidFill>
                <a:latin typeface="Arial"/>
                <a:ea typeface="Arial"/>
                <a:cs typeface="Arial"/>
              </a:rPr>
              <a:t>Adam / 12 epochs / seed 42</a:t>
            </a:r>
          </a:p>
          <a:p xmlns:a="http://schemas.openxmlformats.org/drawingml/2006/main">
            <a:pPr>
              <a:defRPr sz="1800" b="0">
                <a:solidFill>
                  <a:srgbClr val="18364B"/>
                </a:solidFill>
                <a:latin typeface="Arial"/>
                <a:ea typeface="Arial"/>
                <a:cs typeface="Arial"/>
              </a:defRPr>
            </a:pPr>
            <a:r>
              <a:rPr sz="1800" b="0">
                <a:solidFill>
                  <a:srgbClr val="18364B"/>
                </a:solidFill>
                <a:latin typeface="Arial"/>
                <a:ea typeface="Arial"/>
                <a:cs typeface="Arial"/>
              </a:rPr>
              <a:t>Token loss / gradient clipping 1.0</a:t>
            </a:r>
          </a:p>
        </p:txBody>
      </p:sp>
      <p:graphicFrame>
        <p:nvGraphicFramePr>
          <p:cNvPr id="6" name="Chart">
            <a:extLst xmlns:a="http://schemas.openxmlformats.org/drawingml/2006/main">
              <a:ext uri="{FF2B5EF4-FFF2-40B4-BE49-F238E27FC236}">
                <a16:creationId xmlns:a16="http://schemas.microsoft.com/office/drawing/2014/main" id="{F2899072-5FBA-4A61-9BBC-4BD8279548FA}"/>
              </a:ext>
            </a:extLst>
          </p:cNvPr>
          <p:cNvGraphicFramePr/>
          <p:nvPr/>
        </p:nvGraphicFramePr>
        <p:xfrm>
          <a:off xmlns:a="http://schemas.openxmlformats.org/drawingml/2006/main" x="6000750" y="2190750"/>
          <a:ext xmlns:a="http://schemas.openxmlformats.org/drawingml/2006/main" cx="5524500" cy="3333750"/>
        </p:xfrm>
        <a:graphic xmlns:a="http://schemas.openxmlformats.org/drawingml/2006/main">
          <a:graphicData uri="http://schemas.openxmlformats.org/drawingml/2006/chart">
            <c:chart xmlns:r="http://schemas.openxmlformats.org/officeDocument/2006/relationships" xmlns:c="http://schemas.openxmlformats.org/drawingml/2006/chart" r:id="Rbaeac0f128ec4592"/>
          </a:graphicData>
        </a:graphic>
      </p:graphicFrame>
    </p:spTree>
    <p:extLst>
      <p:ext uri="{BB962C8B-B14F-4D97-AF65-F5344CB8AC3E}">
        <p14:creationId xmlns:p14="http://schemas.microsoft.com/office/powerpoint/2010/main" val="770327542"/>
      </p:ext>
    </p:extLst>
  </p:cSld>
</p:sld>
</file>

<file path=ppt/slides/slide8.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F73C405-3287-45A8-9788-B031D3780E19}"/>
              </a:ext>
            </a:extLst>
          </p:cNvPr>
          <p:cNvSpPr>
            <a:spLocks xmlns:a="http://schemas.openxmlformats.org/drawingml/2006/main" noGrp="1"/>
          </p:cNvSpPr>
          <p:nvPr/>
        </p:nvSpPr>
        <p:spPr>
          <a:xfrm xmlns:a="http://schemas.openxmlformats.org/drawingml/2006/main">
            <a:off x="609600" y="3238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7A"/>
                </a:solidFill>
                <a:latin typeface="Arial"/>
                <a:ea typeface="Arial"/>
                <a:cs typeface="Arial"/>
              </a:defRPr>
            </a:defPPr>
            <a:lvl1pPr>
              <a:defRPr sz="1275" b="1">
                <a:solidFill>
                  <a:srgbClr val="007F7A"/>
                </a:solidFill>
                <a:latin typeface="Arial"/>
                <a:ea typeface="Arial"/>
                <a:cs typeface="Arial"/>
              </a:defRPr>
            </a:lvl1pPr>
            <a:lvl2pPr>
              <a:defRPr sz="1275" b="1">
                <a:solidFill>
                  <a:srgbClr val="007F7A"/>
                </a:solidFill>
                <a:latin typeface="Arial"/>
                <a:ea typeface="Arial"/>
                <a:cs typeface="Arial"/>
              </a:defRPr>
            </a:lvl2pPr>
            <a:lvl3pPr>
              <a:defRPr sz="1275" b="1">
                <a:solidFill>
                  <a:srgbClr val="007F7A"/>
                </a:solidFill>
                <a:latin typeface="Arial"/>
                <a:ea typeface="Arial"/>
                <a:cs typeface="Arial"/>
              </a:defRPr>
            </a:lvl3pPr>
            <a:lvl4pPr>
              <a:defRPr sz="1275" b="1">
                <a:solidFill>
                  <a:srgbClr val="007F7A"/>
                </a:solidFill>
                <a:latin typeface="Arial"/>
                <a:ea typeface="Arial"/>
                <a:cs typeface="Arial"/>
              </a:defRPr>
            </a:lvl4pPr>
            <a:lvl5pPr>
              <a:defRPr sz="1275" b="1">
                <a:solidFill>
                  <a:srgbClr val="007F7A"/>
                </a:solidFill>
                <a:latin typeface="Arial"/>
                <a:ea typeface="Arial"/>
                <a:cs typeface="Arial"/>
              </a:defRPr>
            </a:lvl5pPr>
            <a:lvl6pPr>
              <a:defRPr sz="1275" b="1">
                <a:solidFill>
                  <a:srgbClr val="007F7A"/>
                </a:solidFill>
                <a:latin typeface="Arial"/>
                <a:ea typeface="Arial"/>
                <a:cs typeface="Arial"/>
              </a:defRPr>
            </a:lvl6pPr>
            <a:lvl7pPr>
              <a:defRPr sz="1275" b="1">
                <a:solidFill>
                  <a:srgbClr val="007F7A"/>
                </a:solidFill>
                <a:latin typeface="Arial"/>
                <a:ea typeface="Arial"/>
                <a:cs typeface="Arial"/>
              </a:defRPr>
            </a:lvl7pPr>
            <a:lvl8pPr>
              <a:defRPr sz="1275" b="1">
                <a:solidFill>
                  <a:srgbClr val="007F7A"/>
                </a:solidFill>
                <a:latin typeface="Arial"/>
                <a:ea typeface="Arial"/>
                <a:cs typeface="Arial"/>
              </a:defRPr>
            </a:lvl8pPr>
            <a:lvl9pPr>
              <a:defRPr sz="1275" b="1">
                <a:solidFill>
                  <a:srgbClr val="007F7A"/>
                </a:solidFill>
                <a:latin typeface="Arial"/>
                <a:ea typeface="Arial"/>
                <a:cs typeface="Arial"/>
              </a:defRPr>
            </a:lvl9pPr>
          </a:lstStyle>
          <a:p xmlns:a="http://schemas.openxmlformats.org/drawingml/2006/main">
            <a:pPr>
              <a:defRPr sz="1275" b="1">
                <a:solidFill>
                  <a:srgbClr val="007F7A"/>
                </a:solidFill>
                <a:latin typeface="Arial"/>
                <a:ea typeface="Arial"/>
                <a:cs typeface="Arial"/>
              </a:defRPr>
            </a:pPr>
            <a:r>
              <a:rPr sz="1275" b="1">
                <a:solidFill>
                  <a:srgbClr val="007F7A"/>
                </a:solidFill>
                <a:latin typeface="Arial"/>
                <a:ea typeface="Arial"/>
                <a:cs typeface="Arial"/>
              </a:rPr>
              <a:t>07 / FINAL EVALUATION</a:t>
            </a:r>
          </a:p>
        </p:txBody>
      </p:sp>
      <p:sp>
        <p:nvSpPr>
          <p:cNvPr id="2" name="">
            <a:extLst xmlns:a="http://schemas.openxmlformats.org/drawingml/2006/main">
              <a:ext uri="{FF2B5EF4-FFF2-40B4-BE49-F238E27FC236}">
                <a16:creationId xmlns:a16="http://schemas.microsoft.com/office/drawing/2014/main" id="{B26A62C3-6DB8-4110-B1E4-02F7F16D7E3F}"/>
              </a:ext>
            </a:extLst>
          </p:cNvPr>
          <p:cNvSpPr>
            <a:spLocks xmlns:a="http://schemas.openxmlformats.org/drawingml/2006/main" noGrp="1"/>
          </p:cNvSpPr>
          <p:nvPr/>
        </p:nvSpPr>
        <p:spPr>
          <a:xfrm xmlns:a="http://schemas.openxmlformats.org/drawingml/2006/main">
            <a:off x="609600" y="85725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18364B"/>
                </a:solidFill>
                <a:latin typeface="Arial"/>
                <a:ea typeface="Arial"/>
                <a:cs typeface="Arial"/>
              </a:defRPr>
            </a:defPPr>
            <a:lvl1pPr>
              <a:defRPr sz="3525" b="1">
                <a:solidFill>
                  <a:srgbClr val="18364B"/>
                </a:solidFill>
                <a:latin typeface="Arial"/>
                <a:ea typeface="Arial"/>
                <a:cs typeface="Arial"/>
              </a:defRPr>
            </a:lvl1pPr>
            <a:lvl2pPr>
              <a:defRPr sz="3525" b="1">
                <a:solidFill>
                  <a:srgbClr val="18364B"/>
                </a:solidFill>
                <a:latin typeface="Arial"/>
                <a:ea typeface="Arial"/>
                <a:cs typeface="Arial"/>
              </a:defRPr>
            </a:lvl2pPr>
            <a:lvl3pPr>
              <a:defRPr sz="3525" b="1">
                <a:solidFill>
                  <a:srgbClr val="18364B"/>
                </a:solidFill>
                <a:latin typeface="Arial"/>
                <a:ea typeface="Arial"/>
                <a:cs typeface="Arial"/>
              </a:defRPr>
            </a:lvl3pPr>
            <a:lvl4pPr>
              <a:defRPr sz="3525" b="1">
                <a:solidFill>
                  <a:srgbClr val="18364B"/>
                </a:solidFill>
                <a:latin typeface="Arial"/>
                <a:ea typeface="Arial"/>
                <a:cs typeface="Arial"/>
              </a:defRPr>
            </a:lvl4pPr>
            <a:lvl5pPr>
              <a:defRPr sz="3525" b="1">
                <a:solidFill>
                  <a:srgbClr val="18364B"/>
                </a:solidFill>
                <a:latin typeface="Arial"/>
                <a:ea typeface="Arial"/>
                <a:cs typeface="Arial"/>
              </a:defRPr>
            </a:lvl5pPr>
            <a:lvl6pPr>
              <a:defRPr sz="3525" b="1">
                <a:solidFill>
                  <a:srgbClr val="18364B"/>
                </a:solidFill>
                <a:latin typeface="Arial"/>
                <a:ea typeface="Arial"/>
                <a:cs typeface="Arial"/>
              </a:defRPr>
            </a:lvl6pPr>
            <a:lvl7pPr>
              <a:defRPr sz="3525" b="1">
                <a:solidFill>
                  <a:srgbClr val="18364B"/>
                </a:solidFill>
                <a:latin typeface="Arial"/>
                <a:ea typeface="Arial"/>
                <a:cs typeface="Arial"/>
              </a:defRPr>
            </a:lvl7pPr>
            <a:lvl8pPr>
              <a:defRPr sz="3525" b="1">
                <a:solidFill>
                  <a:srgbClr val="18364B"/>
                </a:solidFill>
                <a:latin typeface="Arial"/>
                <a:ea typeface="Arial"/>
                <a:cs typeface="Arial"/>
              </a:defRPr>
            </a:lvl8pPr>
            <a:lvl9pPr>
              <a:defRPr sz="3525" b="1">
                <a:solidFill>
                  <a:srgbClr val="18364B"/>
                </a:solidFill>
                <a:latin typeface="Arial"/>
                <a:ea typeface="Arial"/>
                <a:cs typeface="Arial"/>
              </a:defRPr>
            </a:lvl9pPr>
          </a:lstStyle>
          <a:p xmlns:a="http://schemas.openxmlformats.org/drawingml/2006/main">
            <a:pPr>
              <a:defRPr sz="3525" b="1">
                <a:solidFill>
                  <a:srgbClr val="18364B"/>
                </a:solidFill>
                <a:latin typeface="Arial"/>
                <a:ea typeface="Arial"/>
                <a:cs typeface="Arial"/>
              </a:defRPr>
            </a:pPr>
            <a:r>
              <a:rPr sz="3525" b="1">
                <a:solidFill>
                  <a:srgbClr val="18364B"/>
                </a:solidFill>
                <a:latin typeface="Arial"/>
                <a:ea typeface="Arial"/>
                <a:cs typeface="Arial"/>
              </a:rPr>
              <a:t>Held-out translation performance</a:t>
            </a:r>
          </a:p>
        </p:txBody>
      </p:sp>
      <p:sp>
        <p:nvSpPr>
          <p:cNvPr id="3" name="">
            <a:extLst xmlns:a="http://schemas.openxmlformats.org/drawingml/2006/main">
              <a:ext uri="{FF2B5EF4-FFF2-40B4-BE49-F238E27FC236}">
                <a16:creationId xmlns:a16="http://schemas.microsoft.com/office/drawing/2014/main" id="{EE8DE491-DBBC-4B63-B18B-988271BF578B}"/>
              </a:ext>
            </a:extLst>
          </p:cNvPr>
          <p:cNvSpPr>
            <a:spLocks xmlns:a="http://schemas.openxmlformats.org/drawingml/2006/main" noGrp="1"/>
          </p:cNvSpPr>
          <p:nvPr/>
        </p:nvSpPr>
        <p:spPr>
          <a:xfrm xmlns:a="http://schemas.openxmlformats.org/drawingml/2006/main">
            <a:off x="11096625" y="63150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878"/>
                </a:solidFill>
                <a:latin typeface="Arial"/>
                <a:ea typeface="Arial"/>
                <a:cs typeface="Arial"/>
              </a:defRPr>
            </a:defPPr>
            <a:lvl1pPr>
              <a:defRPr sz="1200" b="0">
                <a:solidFill>
                  <a:srgbClr val="526878"/>
                </a:solidFill>
                <a:latin typeface="Arial"/>
                <a:ea typeface="Arial"/>
                <a:cs typeface="Arial"/>
              </a:defRPr>
            </a:lvl1pPr>
            <a:lvl2pPr>
              <a:defRPr sz="1200" b="0">
                <a:solidFill>
                  <a:srgbClr val="526878"/>
                </a:solidFill>
                <a:latin typeface="Arial"/>
                <a:ea typeface="Arial"/>
                <a:cs typeface="Arial"/>
              </a:defRPr>
            </a:lvl2pPr>
            <a:lvl3pPr>
              <a:defRPr sz="1200" b="0">
                <a:solidFill>
                  <a:srgbClr val="526878"/>
                </a:solidFill>
                <a:latin typeface="Arial"/>
                <a:ea typeface="Arial"/>
                <a:cs typeface="Arial"/>
              </a:defRPr>
            </a:lvl3pPr>
            <a:lvl4pPr>
              <a:defRPr sz="1200" b="0">
                <a:solidFill>
                  <a:srgbClr val="526878"/>
                </a:solidFill>
                <a:latin typeface="Arial"/>
                <a:ea typeface="Arial"/>
                <a:cs typeface="Arial"/>
              </a:defRPr>
            </a:lvl4pPr>
            <a:lvl5pPr>
              <a:defRPr sz="1200" b="0">
                <a:solidFill>
                  <a:srgbClr val="526878"/>
                </a:solidFill>
                <a:latin typeface="Arial"/>
                <a:ea typeface="Arial"/>
                <a:cs typeface="Arial"/>
              </a:defRPr>
            </a:lvl5pPr>
            <a:lvl6pPr>
              <a:defRPr sz="1200" b="0">
                <a:solidFill>
                  <a:srgbClr val="526878"/>
                </a:solidFill>
                <a:latin typeface="Arial"/>
                <a:ea typeface="Arial"/>
                <a:cs typeface="Arial"/>
              </a:defRPr>
            </a:lvl6pPr>
            <a:lvl7pPr>
              <a:defRPr sz="1200" b="0">
                <a:solidFill>
                  <a:srgbClr val="526878"/>
                </a:solidFill>
                <a:latin typeface="Arial"/>
                <a:ea typeface="Arial"/>
                <a:cs typeface="Arial"/>
              </a:defRPr>
            </a:lvl7pPr>
            <a:lvl8pPr>
              <a:defRPr sz="1200" b="0">
                <a:solidFill>
                  <a:srgbClr val="526878"/>
                </a:solidFill>
                <a:latin typeface="Arial"/>
                <a:ea typeface="Arial"/>
                <a:cs typeface="Arial"/>
              </a:defRPr>
            </a:lvl8pPr>
            <a:lvl9pPr>
              <a:defRPr sz="1200" b="0">
                <a:solidFill>
                  <a:srgbClr val="526878"/>
                </a:solidFill>
                <a:latin typeface="Arial"/>
                <a:ea typeface="Arial"/>
                <a:cs typeface="Arial"/>
              </a:defRPr>
            </a:lvl9pPr>
          </a:lstStyle>
          <a:p xmlns:a="http://schemas.openxmlformats.org/drawingml/2006/main">
            <a:pPr>
              <a:defRPr sz="1200" b="0">
                <a:solidFill>
                  <a:srgbClr val="526878"/>
                </a:solidFill>
                <a:latin typeface="Arial"/>
                <a:ea typeface="Arial"/>
                <a:cs typeface="Arial"/>
              </a:defRPr>
            </a:pPr>
            <a:r>
              <a:rPr sz="1200" b="0">
                <a:solidFill>
                  <a:srgbClr val="526878"/>
                </a:solidFill>
                <a:latin typeface="Arial"/>
                <a:ea typeface="Arial"/>
                <a:cs typeface="Arial"/>
              </a:rPr>
              <a:t>08</a:t>
            </a:r>
          </a:p>
        </p:txBody>
      </p:sp>
      <p:graphicFrame>
        <p:nvGraphicFramePr>
          <p:cNvPr id="4" name="Chart">
            <a:extLst xmlns:a="http://schemas.openxmlformats.org/drawingml/2006/main">
              <a:ext uri="{FF2B5EF4-FFF2-40B4-BE49-F238E27FC236}">
                <a16:creationId xmlns:a16="http://schemas.microsoft.com/office/drawing/2014/main" id="{E9D8515D-8BD5-4B95-A75B-FA4A275891A9}"/>
              </a:ext>
            </a:extLst>
          </p:cNvPr>
          <p:cNvGraphicFramePr/>
          <p:nvPr/>
        </p:nvGraphicFramePr>
        <p:xfrm>
          <a:off xmlns:a="http://schemas.openxmlformats.org/drawingml/2006/main" x="523875" y="2238375"/>
          <a:ext xmlns:a="http://schemas.openxmlformats.org/drawingml/2006/main" cx="7239000" cy="3524250"/>
        </p:xfrm>
        <a:graphic xmlns:a="http://schemas.openxmlformats.org/drawingml/2006/main">
          <a:graphicData uri="http://schemas.openxmlformats.org/drawingml/2006/chart">
            <c:chart xmlns:r="http://schemas.openxmlformats.org/officeDocument/2006/relationships" xmlns:c="http://schemas.openxmlformats.org/drawingml/2006/chart" r:id="R2acf16e56b374595"/>
          </a:graphicData>
        </a:graphic>
      </p:graphicFrame>
      <p:graphicFrame>
        <p:nvGraphicFramePr>
          <p:cNvPr id="5" name="">
            <a:extLst xmlns:a="http://schemas.openxmlformats.org/drawingml/2006/main">
              <a:ext uri="{FF2B5EF4-FFF2-40B4-BE49-F238E27FC236}">
                <a16:creationId xmlns:a16="http://schemas.microsoft.com/office/drawing/2014/main" id="{3552698B-CF3B-44BE-B2A9-106AD2694E76}"/>
              </a:ext>
            </a:extLst>
          </p:cNvPr>
          <p:cNvGraphicFramePr/>
          <p:nvPr/>
        </p:nvGraphicFramePr>
        <p:xfrm>
          <a:off xmlns:a="http://schemas.openxmlformats.org/drawingml/2006/main" x="8239125" y="2333625"/>
          <a:ext xmlns:a="http://schemas.openxmlformats.org/drawingml/2006/main" cx="3286125" cy="2476500"/>
        </p:xfrm>
        <a:graphic xmlns:a="http://schemas.openxmlformats.org/drawingml/2006/main">
          <a:graphicData uri="http://schemas.openxmlformats.org/drawingml/2006/table">
            <a:tbl>
              <a:tblPr/>
              <a:tblGrid>
                <a:gridCol w="2095500"/>
                <a:gridCol w="1190625"/>
              </a:tblGrid>
              <a:tr h="619125">
                <a:tc>
                  <a:txBody>
                    <a:bodyPr/>
                    <a:lstStyle/>
                    <a:p>
                      <a:r>
                        <a:rPr sz="1725" b="1">
                          <a:solidFill>
                            <a:srgbClr val="FFFFFF"/>
                          </a:solidFill>
                          <a:latin typeface="Arial"/>
                          <a:ea typeface="Arial"/>
                          <a:cs typeface="Arial"/>
                        </a:rPr>
                        <a:t>Model</a:t>
                      </a:r>
                    </a:p>
                  </a:txBody>
                  <a:tcPr marL="91440" marR="91440" marT="45720" marB="45720">
                    <a:solidFill>
                      <a:srgbClr val="102C40"/>
                    </a:solidFill>
                  </a:tcPr>
                </a:tc>
                <a:tc>
                  <a:txBody>
                    <a:bodyPr/>
                    <a:lstStyle/>
                    <a:p>
                      <a:r>
                        <a:rPr sz="1725" b="1">
                          <a:solidFill>
                            <a:srgbClr val="FFFFFF"/>
                          </a:solidFill>
                          <a:latin typeface="Arial"/>
                          <a:ea typeface="Arial"/>
                          <a:cs typeface="Arial"/>
                        </a:rPr>
                        <a:t>BLEU</a:t>
                      </a:r>
                    </a:p>
                  </a:txBody>
                  <a:tcPr marL="91440" marR="91440" marT="45720" marB="45720">
                    <a:solidFill>
                      <a:srgbClr val="102C40"/>
                    </a:solidFill>
                  </a:tcPr>
                </a:tc>
              </a:tr>
              <a:tr h="619125">
                <a:tc>
                  <a:txBody>
                    <a:bodyPr/>
                    <a:lstStyle/>
                    <a:p>
                      <a:r>
                        <a:rPr sz="1725" b="0">
                          <a:solidFill>
                            <a:srgbClr val="18364B"/>
                          </a:solidFill>
                          <a:latin typeface="Arial"/>
                          <a:ea typeface="Arial"/>
                          <a:cs typeface="Arial"/>
                        </a:rPr>
                        <a:t>VANILLA</a:t>
                      </a:r>
                    </a:p>
                  </a:txBody>
                  <a:tcPr marL="91440" marR="91440" marT="45720" marB="45720">
                    <a:solidFill>
                      <a:srgbClr val="E9EFEB"/>
                    </a:solidFill>
                  </a:tcPr>
                </a:tc>
                <a:tc>
                  <a:txBody>
                    <a:bodyPr/>
                    <a:lstStyle/>
                    <a:p>
                      <a:r>
                        <a:rPr sz="1725" b="0">
                          <a:solidFill>
                            <a:srgbClr val="18364B"/>
                          </a:solidFill>
                          <a:latin typeface="Arial"/>
                          <a:ea typeface="Arial"/>
                          <a:cs typeface="Arial"/>
                        </a:rPr>
                        <a:t>0.65</a:t>
                      </a:r>
                    </a:p>
                  </a:txBody>
                  <a:tcPr marL="91440" marR="91440" marT="45720" marB="45720">
                    <a:solidFill>
                      <a:srgbClr val="E9EFEB"/>
                    </a:solidFill>
                  </a:tcPr>
                </a:tc>
              </a:tr>
              <a:tr h="619125">
                <a:tc>
                  <a:txBody>
                    <a:bodyPr/>
                    <a:lstStyle/>
                    <a:p>
                      <a:r>
                        <a:rPr sz="1725" b="0">
                          <a:solidFill>
                            <a:srgbClr val="18364B"/>
                          </a:solidFill>
                          <a:latin typeface="Arial"/>
                          <a:ea typeface="Arial"/>
                          <a:cs typeface="Arial"/>
                        </a:rPr>
                        <a:t>CIFG</a:t>
                      </a:r>
                    </a:p>
                  </a:txBody>
                  <a:tcPr marL="91440" marR="91440" marT="45720" marB="45720">
                    <a:solidFill>
                      <a:srgbClr val="F7F5EE"/>
                    </a:solidFill>
                  </a:tcPr>
                </a:tc>
                <a:tc>
                  <a:txBody>
                    <a:bodyPr/>
                    <a:lstStyle/>
                    <a:p>
                      <a:r>
                        <a:rPr sz="1725" b="0">
                          <a:solidFill>
                            <a:srgbClr val="18364B"/>
                          </a:solidFill>
                          <a:latin typeface="Arial"/>
                          <a:ea typeface="Arial"/>
                          <a:cs typeface="Arial"/>
                        </a:rPr>
                        <a:t>0.68</a:t>
                      </a:r>
                    </a:p>
                  </a:txBody>
                  <a:tcPr marL="91440" marR="91440" marT="45720" marB="45720">
                    <a:solidFill>
                      <a:srgbClr val="F7F5EE"/>
                    </a:solidFill>
                  </a:tcPr>
                </a:tc>
              </a:tr>
              <a:tr h="619125">
                <a:tc>
                  <a:txBody>
                    <a:bodyPr/>
                    <a:lstStyle/>
                    <a:p>
                      <a:r>
                        <a:rPr sz="1725" b="0">
                          <a:solidFill>
                            <a:srgbClr val="18364B"/>
                          </a:solidFill>
                          <a:latin typeface="Arial"/>
                          <a:ea typeface="Arial"/>
                          <a:cs typeface="Arial"/>
                        </a:rPr>
                        <a:t>WMC</a:t>
                      </a:r>
                    </a:p>
                  </a:txBody>
                  <a:tcPr marL="91440" marR="91440" marT="45720" marB="45720">
                    <a:solidFill>
                      <a:srgbClr val="E9EFEB"/>
                    </a:solidFill>
                  </a:tcPr>
                </a:tc>
                <a:tc>
                  <a:txBody>
                    <a:bodyPr/>
                    <a:lstStyle/>
                    <a:p>
                      <a:r>
                        <a:rPr sz="1725" b="0">
                          <a:solidFill>
                            <a:srgbClr val="18364B"/>
                          </a:solidFill>
                          <a:latin typeface="Arial"/>
                          <a:ea typeface="Arial"/>
                          <a:cs typeface="Arial"/>
                        </a:rPr>
                        <a:t>1.33</a:t>
                      </a:r>
                    </a:p>
                  </a:txBody>
                  <a:tcPr marL="91440" marR="91440" marT="45720" marB="45720">
                    <a:solidFill>
                      <a:srgbClr val="E9EFEB"/>
                    </a:solidFill>
                  </a:tcPr>
                </a:tc>
              </a:tr>
            </a:tbl>
          </a:graphicData>
        </a:graphic>
      </p:graphicFrame>
      <p:sp>
        <p:nvSpPr>
          <p:cNvPr id="6" name="">
            <a:extLst xmlns:a="http://schemas.openxmlformats.org/drawingml/2006/main">
              <a:ext uri="{FF2B5EF4-FFF2-40B4-BE49-F238E27FC236}">
                <a16:creationId xmlns:a16="http://schemas.microsoft.com/office/drawing/2014/main" id="{34C7D232-7085-4AF0-82D7-C075ED2880B9}"/>
              </a:ext>
            </a:extLst>
          </p:cNvPr>
          <p:cNvSpPr>
            <a:spLocks xmlns:a="http://schemas.openxmlformats.org/drawingml/2006/main" noGrp="1"/>
          </p:cNvSpPr>
          <p:nvPr/>
        </p:nvSpPr>
        <p:spPr>
          <a:xfrm xmlns:a="http://schemas.openxmlformats.org/drawingml/2006/main">
            <a:off x="666750" y="59721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526878"/>
                </a:solidFill>
                <a:latin typeface="Arial"/>
                <a:ea typeface="Arial"/>
                <a:cs typeface="Arial"/>
              </a:defRPr>
            </a:defPPr>
            <a:lvl1pPr>
              <a:defRPr sz="1725" b="1">
                <a:solidFill>
                  <a:srgbClr val="526878"/>
                </a:solidFill>
                <a:latin typeface="Arial"/>
                <a:ea typeface="Arial"/>
                <a:cs typeface="Arial"/>
              </a:defRPr>
            </a:lvl1pPr>
            <a:lvl2pPr>
              <a:defRPr sz="1725" b="1">
                <a:solidFill>
                  <a:srgbClr val="526878"/>
                </a:solidFill>
                <a:latin typeface="Arial"/>
                <a:ea typeface="Arial"/>
                <a:cs typeface="Arial"/>
              </a:defRPr>
            </a:lvl2pPr>
            <a:lvl3pPr>
              <a:defRPr sz="1725" b="1">
                <a:solidFill>
                  <a:srgbClr val="526878"/>
                </a:solidFill>
                <a:latin typeface="Arial"/>
                <a:ea typeface="Arial"/>
                <a:cs typeface="Arial"/>
              </a:defRPr>
            </a:lvl3pPr>
            <a:lvl4pPr>
              <a:defRPr sz="1725" b="1">
                <a:solidFill>
                  <a:srgbClr val="526878"/>
                </a:solidFill>
                <a:latin typeface="Arial"/>
                <a:ea typeface="Arial"/>
                <a:cs typeface="Arial"/>
              </a:defRPr>
            </a:lvl4pPr>
            <a:lvl5pPr>
              <a:defRPr sz="1725" b="1">
                <a:solidFill>
                  <a:srgbClr val="526878"/>
                </a:solidFill>
                <a:latin typeface="Arial"/>
                <a:ea typeface="Arial"/>
                <a:cs typeface="Arial"/>
              </a:defRPr>
            </a:lvl5pPr>
            <a:lvl6pPr>
              <a:defRPr sz="1725" b="1">
                <a:solidFill>
                  <a:srgbClr val="526878"/>
                </a:solidFill>
                <a:latin typeface="Arial"/>
                <a:ea typeface="Arial"/>
                <a:cs typeface="Arial"/>
              </a:defRPr>
            </a:lvl6pPr>
            <a:lvl7pPr>
              <a:defRPr sz="1725" b="1">
                <a:solidFill>
                  <a:srgbClr val="526878"/>
                </a:solidFill>
                <a:latin typeface="Arial"/>
                <a:ea typeface="Arial"/>
                <a:cs typeface="Arial"/>
              </a:defRPr>
            </a:lvl7pPr>
            <a:lvl8pPr>
              <a:defRPr sz="1725" b="1">
                <a:solidFill>
                  <a:srgbClr val="526878"/>
                </a:solidFill>
                <a:latin typeface="Arial"/>
                <a:ea typeface="Arial"/>
                <a:cs typeface="Arial"/>
              </a:defRPr>
            </a:lvl8pPr>
            <a:lvl9pPr>
              <a:defRPr sz="1725" b="1">
                <a:solidFill>
                  <a:srgbClr val="526878"/>
                </a:solidFill>
                <a:latin typeface="Arial"/>
                <a:ea typeface="Arial"/>
                <a:cs typeface="Arial"/>
              </a:defRPr>
            </a:lvl9pPr>
          </a:lstStyle>
          <a:p xmlns:a="http://schemas.openxmlformats.org/drawingml/2006/main">
            <a:pPr>
              <a:defRPr sz="1725" b="1">
                <a:solidFill>
                  <a:srgbClr val="526878"/>
                </a:solidFill>
                <a:latin typeface="Arial"/>
                <a:ea typeface="Arial"/>
                <a:cs typeface="Arial"/>
              </a:defRPr>
            </a:pPr>
            <a:r>
              <a:rPr sz="1725" b="1">
                <a:solidFill>
                  <a:srgbClr val="526878"/>
                </a:solidFill>
                <a:latin typeface="Arial"/>
                <a:ea typeface="Arial"/>
                <a:cs typeface="Arial"/>
              </a:rPr>
              <a:t>English-copy baseline: BLEU 0.39, chrF 9.97</a:t>
            </a:r>
          </a:p>
        </p:txBody>
      </p:sp>
    </p:spTree>
    <p:extLst>
      <p:ext uri="{BB962C8B-B14F-4D97-AF65-F5344CB8AC3E}">
        <p14:creationId xmlns:p14="http://schemas.microsoft.com/office/powerpoint/2010/main" val="709446723"/>
      </p:ext>
    </p:extLst>
  </p:cSld>
</p:sld>
</file>

<file path=ppt/slides/slide9.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9721D4-F70C-40A9-862A-23330CE3BE1B}"/>
              </a:ext>
            </a:extLst>
          </p:cNvPr>
          <p:cNvSpPr>
            <a:spLocks xmlns:a="http://schemas.openxmlformats.org/drawingml/2006/main" noGrp="1"/>
          </p:cNvSpPr>
          <p:nvPr/>
        </p:nvSpPr>
        <p:spPr>
          <a:xfrm xmlns:a="http://schemas.openxmlformats.org/drawingml/2006/main">
            <a:off x="609600" y="3238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7A"/>
                </a:solidFill>
                <a:latin typeface="Arial"/>
                <a:ea typeface="Arial"/>
                <a:cs typeface="Arial"/>
              </a:defRPr>
            </a:defPPr>
            <a:lvl1pPr>
              <a:defRPr sz="1275" b="1">
                <a:solidFill>
                  <a:srgbClr val="007F7A"/>
                </a:solidFill>
                <a:latin typeface="Arial"/>
                <a:ea typeface="Arial"/>
                <a:cs typeface="Arial"/>
              </a:defRPr>
            </a:lvl1pPr>
            <a:lvl2pPr>
              <a:defRPr sz="1275" b="1">
                <a:solidFill>
                  <a:srgbClr val="007F7A"/>
                </a:solidFill>
                <a:latin typeface="Arial"/>
                <a:ea typeface="Arial"/>
                <a:cs typeface="Arial"/>
              </a:defRPr>
            </a:lvl2pPr>
            <a:lvl3pPr>
              <a:defRPr sz="1275" b="1">
                <a:solidFill>
                  <a:srgbClr val="007F7A"/>
                </a:solidFill>
                <a:latin typeface="Arial"/>
                <a:ea typeface="Arial"/>
                <a:cs typeface="Arial"/>
              </a:defRPr>
            </a:lvl3pPr>
            <a:lvl4pPr>
              <a:defRPr sz="1275" b="1">
                <a:solidFill>
                  <a:srgbClr val="007F7A"/>
                </a:solidFill>
                <a:latin typeface="Arial"/>
                <a:ea typeface="Arial"/>
                <a:cs typeface="Arial"/>
              </a:defRPr>
            </a:lvl4pPr>
            <a:lvl5pPr>
              <a:defRPr sz="1275" b="1">
                <a:solidFill>
                  <a:srgbClr val="007F7A"/>
                </a:solidFill>
                <a:latin typeface="Arial"/>
                <a:ea typeface="Arial"/>
                <a:cs typeface="Arial"/>
              </a:defRPr>
            </a:lvl5pPr>
            <a:lvl6pPr>
              <a:defRPr sz="1275" b="1">
                <a:solidFill>
                  <a:srgbClr val="007F7A"/>
                </a:solidFill>
                <a:latin typeface="Arial"/>
                <a:ea typeface="Arial"/>
                <a:cs typeface="Arial"/>
              </a:defRPr>
            </a:lvl6pPr>
            <a:lvl7pPr>
              <a:defRPr sz="1275" b="1">
                <a:solidFill>
                  <a:srgbClr val="007F7A"/>
                </a:solidFill>
                <a:latin typeface="Arial"/>
                <a:ea typeface="Arial"/>
                <a:cs typeface="Arial"/>
              </a:defRPr>
            </a:lvl7pPr>
            <a:lvl8pPr>
              <a:defRPr sz="1275" b="1">
                <a:solidFill>
                  <a:srgbClr val="007F7A"/>
                </a:solidFill>
                <a:latin typeface="Arial"/>
                <a:ea typeface="Arial"/>
                <a:cs typeface="Arial"/>
              </a:defRPr>
            </a:lvl8pPr>
            <a:lvl9pPr>
              <a:defRPr sz="1275" b="1">
                <a:solidFill>
                  <a:srgbClr val="007F7A"/>
                </a:solidFill>
                <a:latin typeface="Arial"/>
                <a:ea typeface="Arial"/>
                <a:cs typeface="Arial"/>
              </a:defRPr>
            </a:lvl9pPr>
          </a:lstStyle>
          <a:p xmlns:a="http://schemas.openxmlformats.org/drawingml/2006/main">
            <a:pPr>
              <a:defRPr sz="1275" b="1">
                <a:solidFill>
                  <a:srgbClr val="007F7A"/>
                </a:solidFill>
                <a:latin typeface="Arial"/>
                <a:ea typeface="Arial"/>
                <a:cs typeface="Arial"/>
              </a:defRPr>
            </a:pPr>
            <a:r>
              <a:rPr sz="1275" b="1">
                <a:solidFill>
                  <a:srgbClr val="007F7A"/>
                </a:solidFill>
                <a:latin typeface="Arial"/>
                <a:ea typeface="Arial"/>
                <a:cs typeface="Arial"/>
              </a:rPr>
              <a:t>08 / QUALITATIVE EVALUATION</a:t>
            </a:r>
          </a:p>
        </p:txBody>
      </p:sp>
      <p:sp>
        <p:nvSpPr>
          <p:cNvPr id="2" name="">
            <a:extLst xmlns:a="http://schemas.openxmlformats.org/drawingml/2006/main">
              <a:ext uri="{FF2B5EF4-FFF2-40B4-BE49-F238E27FC236}">
                <a16:creationId xmlns:a16="http://schemas.microsoft.com/office/drawing/2014/main" id="{1BC9E46F-9DA6-443F-A192-692A6F586BE6}"/>
              </a:ext>
            </a:extLst>
          </p:cNvPr>
          <p:cNvSpPr>
            <a:spLocks xmlns:a="http://schemas.openxmlformats.org/drawingml/2006/main" noGrp="1"/>
          </p:cNvSpPr>
          <p:nvPr/>
        </p:nvSpPr>
        <p:spPr>
          <a:xfrm xmlns:a="http://schemas.openxmlformats.org/drawingml/2006/main">
            <a:off x="609600" y="85725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18364B"/>
                </a:solidFill>
                <a:latin typeface="Arial"/>
                <a:ea typeface="Arial"/>
                <a:cs typeface="Arial"/>
              </a:defRPr>
            </a:defPPr>
            <a:lvl1pPr>
              <a:defRPr sz="3525" b="1">
                <a:solidFill>
                  <a:srgbClr val="18364B"/>
                </a:solidFill>
                <a:latin typeface="Arial"/>
                <a:ea typeface="Arial"/>
                <a:cs typeface="Arial"/>
              </a:defRPr>
            </a:lvl1pPr>
            <a:lvl2pPr>
              <a:defRPr sz="3525" b="1">
                <a:solidFill>
                  <a:srgbClr val="18364B"/>
                </a:solidFill>
                <a:latin typeface="Arial"/>
                <a:ea typeface="Arial"/>
                <a:cs typeface="Arial"/>
              </a:defRPr>
            </a:lvl2pPr>
            <a:lvl3pPr>
              <a:defRPr sz="3525" b="1">
                <a:solidFill>
                  <a:srgbClr val="18364B"/>
                </a:solidFill>
                <a:latin typeface="Arial"/>
                <a:ea typeface="Arial"/>
                <a:cs typeface="Arial"/>
              </a:defRPr>
            </a:lvl3pPr>
            <a:lvl4pPr>
              <a:defRPr sz="3525" b="1">
                <a:solidFill>
                  <a:srgbClr val="18364B"/>
                </a:solidFill>
                <a:latin typeface="Arial"/>
                <a:ea typeface="Arial"/>
                <a:cs typeface="Arial"/>
              </a:defRPr>
            </a:lvl4pPr>
            <a:lvl5pPr>
              <a:defRPr sz="3525" b="1">
                <a:solidFill>
                  <a:srgbClr val="18364B"/>
                </a:solidFill>
                <a:latin typeface="Arial"/>
                <a:ea typeface="Arial"/>
                <a:cs typeface="Arial"/>
              </a:defRPr>
            </a:lvl5pPr>
            <a:lvl6pPr>
              <a:defRPr sz="3525" b="1">
                <a:solidFill>
                  <a:srgbClr val="18364B"/>
                </a:solidFill>
                <a:latin typeface="Arial"/>
                <a:ea typeface="Arial"/>
                <a:cs typeface="Arial"/>
              </a:defRPr>
            </a:lvl6pPr>
            <a:lvl7pPr>
              <a:defRPr sz="3525" b="1">
                <a:solidFill>
                  <a:srgbClr val="18364B"/>
                </a:solidFill>
                <a:latin typeface="Arial"/>
                <a:ea typeface="Arial"/>
                <a:cs typeface="Arial"/>
              </a:defRPr>
            </a:lvl7pPr>
            <a:lvl8pPr>
              <a:defRPr sz="3525" b="1">
                <a:solidFill>
                  <a:srgbClr val="18364B"/>
                </a:solidFill>
                <a:latin typeface="Arial"/>
                <a:ea typeface="Arial"/>
                <a:cs typeface="Arial"/>
              </a:defRPr>
            </a:lvl8pPr>
            <a:lvl9pPr>
              <a:defRPr sz="3525" b="1">
                <a:solidFill>
                  <a:srgbClr val="18364B"/>
                </a:solidFill>
                <a:latin typeface="Arial"/>
                <a:ea typeface="Arial"/>
                <a:cs typeface="Arial"/>
              </a:defRPr>
            </a:lvl9pPr>
          </a:lstStyle>
          <a:p xmlns:a="http://schemas.openxmlformats.org/drawingml/2006/main">
            <a:pPr>
              <a:defRPr sz="3525" b="1">
                <a:solidFill>
                  <a:srgbClr val="18364B"/>
                </a:solidFill>
                <a:latin typeface="Arial"/>
                <a:ea typeface="Arial"/>
                <a:cs typeface="Arial"/>
              </a:defRPr>
            </a:pPr>
            <a:r>
              <a:rPr sz="3525" b="1">
                <a:solidFill>
                  <a:srgbClr val="18364B"/>
                </a:solidFill>
                <a:latin typeface="Arial"/>
                <a:ea typeface="Arial"/>
                <a:cs typeface="Arial"/>
              </a:rPr>
              <a:t>Actual outputs expose remaining errors</a:t>
            </a:r>
          </a:p>
        </p:txBody>
      </p:sp>
      <p:sp>
        <p:nvSpPr>
          <p:cNvPr id="3" name="">
            <a:extLst xmlns:a="http://schemas.openxmlformats.org/drawingml/2006/main">
              <a:ext uri="{FF2B5EF4-FFF2-40B4-BE49-F238E27FC236}">
                <a16:creationId xmlns:a16="http://schemas.microsoft.com/office/drawing/2014/main" id="{286F8A9D-48BF-4435-A67E-E63D54619A4B}"/>
              </a:ext>
            </a:extLst>
          </p:cNvPr>
          <p:cNvSpPr>
            <a:spLocks xmlns:a="http://schemas.openxmlformats.org/drawingml/2006/main" noGrp="1"/>
          </p:cNvSpPr>
          <p:nvPr/>
        </p:nvSpPr>
        <p:spPr>
          <a:xfrm xmlns:a="http://schemas.openxmlformats.org/drawingml/2006/main">
            <a:off x="11096625" y="63150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878"/>
                </a:solidFill>
                <a:latin typeface="Arial"/>
                <a:ea typeface="Arial"/>
                <a:cs typeface="Arial"/>
              </a:defRPr>
            </a:defPPr>
            <a:lvl1pPr>
              <a:defRPr sz="1200" b="0">
                <a:solidFill>
                  <a:srgbClr val="526878"/>
                </a:solidFill>
                <a:latin typeface="Arial"/>
                <a:ea typeface="Arial"/>
                <a:cs typeface="Arial"/>
              </a:defRPr>
            </a:lvl1pPr>
            <a:lvl2pPr>
              <a:defRPr sz="1200" b="0">
                <a:solidFill>
                  <a:srgbClr val="526878"/>
                </a:solidFill>
                <a:latin typeface="Arial"/>
                <a:ea typeface="Arial"/>
                <a:cs typeface="Arial"/>
              </a:defRPr>
            </a:lvl2pPr>
            <a:lvl3pPr>
              <a:defRPr sz="1200" b="0">
                <a:solidFill>
                  <a:srgbClr val="526878"/>
                </a:solidFill>
                <a:latin typeface="Arial"/>
                <a:ea typeface="Arial"/>
                <a:cs typeface="Arial"/>
              </a:defRPr>
            </a:lvl3pPr>
            <a:lvl4pPr>
              <a:defRPr sz="1200" b="0">
                <a:solidFill>
                  <a:srgbClr val="526878"/>
                </a:solidFill>
                <a:latin typeface="Arial"/>
                <a:ea typeface="Arial"/>
                <a:cs typeface="Arial"/>
              </a:defRPr>
            </a:lvl4pPr>
            <a:lvl5pPr>
              <a:defRPr sz="1200" b="0">
                <a:solidFill>
                  <a:srgbClr val="526878"/>
                </a:solidFill>
                <a:latin typeface="Arial"/>
                <a:ea typeface="Arial"/>
                <a:cs typeface="Arial"/>
              </a:defRPr>
            </a:lvl5pPr>
            <a:lvl6pPr>
              <a:defRPr sz="1200" b="0">
                <a:solidFill>
                  <a:srgbClr val="526878"/>
                </a:solidFill>
                <a:latin typeface="Arial"/>
                <a:ea typeface="Arial"/>
                <a:cs typeface="Arial"/>
              </a:defRPr>
            </a:lvl6pPr>
            <a:lvl7pPr>
              <a:defRPr sz="1200" b="0">
                <a:solidFill>
                  <a:srgbClr val="526878"/>
                </a:solidFill>
                <a:latin typeface="Arial"/>
                <a:ea typeface="Arial"/>
                <a:cs typeface="Arial"/>
              </a:defRPr>
            </a:lvl7pPr>
            <a:lvl8pPr>
              <a:defRPr sz="1200" b="0">
                <a:solidFill>
                  <a:srgbClr val="526878"/>
                </a:solidFill>
                <a:latin typeface="Arial"/>
                <a:ea typeface="Arial"/>
                <a:cs typeface="Arial"/>
              </a:defRPr>
            </a:lvl8pPr>
            <a:lvl9pPr>
              <a:defRPr sz="1200" b="0">
                <a:solidFill>
                  <a:srgbClr val="526878"/>
                </a:solidFill>
                <a:latin typeface="Arial"/>
                <a:ea typeface="Arial"/>
                <a:cs typeface="Arial"/>
              </a:defRPr>
            </a:lvl9pPr>
          </a:lstStyle>
          <a:p xmlns:a="http://schemas.openxmlformats.org/drawingml/2006/main">
            <a:pPr>
              <a:defRPr sz="1200" b="0">
                <a:solidFill>
                  <a:srgbClr val="526878"/>
                </a:solidFill>
                <a:latin typeface="Arial"/>
                <a:ea typeface="Arial"/>
                <a:cs typeface="Arial"/>
              </a:defRPr>
            </a:pPr>
            <a:r>
              <a:rPr sz="1200" b="0">
                <a:solidFill>
                  <a:srgbClr val="526878"/>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194C8E84-C4FD-46C9-9A06-B90C986B270E}"/>
              </a:ext>
            </a:extLst>
          </p:cNvPr>
          <p:cNvSpPr>
            <a:spLocks xmlns:a="http://schemas.openxmlformats.org/drawingml/2006/main" noGrp="1"/>
          </p:cNvSpPr>
          <p:nvPr/>
        </p:nvSpPr>
        <p:spPr>
          <a:xfrm xmlns:a="http://schemas.openxmlformats.org/drawingml/2006/main">
            <a:off x="666750" y="21145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007F7A"/>
                </a:solidFill>
                <a:latin typeface="Arial"/>
                <a:ea typeface="Arial"/>
                <a:cs typeface="Arial"/>
              </a:defRPr>
            </a:defPPr>
            <a:lvl1pPr>
              <a:defRPr sz="1800" b="1">
                <a:solidFill>
                  <a:srgbClr val="007F7A"/>
                </a:solidFill>
                <a:latin typeface="Arial"/>
                <a:ea typeface="Arial"/>
                <a:cs typeface="Arial"/>
              </a:defRPr>
            </a:lvl1pPr>
            <a:lvl2pPr>
              <a:defRPr sz="1800" b="1">
                <a:solidFill>
                  <a:srgbClr val="007F7A"/>
                </a:solidFill>
                <a:latin typeface="Arial"/>
                <a:ea typeface="Arial"/>
                <a:cs typeface="Arial"/>
              </a:defRPr>
            </a:lvl2pPr>
            <a:lvl3pPr>
              <a:defRPr sz="1800" b="1">
                <a:solidFill>
                  <a:srgbClr val="007F7A"/>
                </a:solidFill>
                <a:latin typeface="Arial"/>
                <a:ea typeface="Arial"/>
                <a:cs typeface="Arial"/>
              </a:defRPr>
            </a:lvl3pPr>
            <a:lvl4pPr>
              <a:defRPr sz="1800" b="1">
                <a:solidFill>
                  <a:srgbClr val="007F7A"/>
                </a:solidFill>
                <a:latin typeface="Arial"/>
                <a:ea typeface="Arial"/>
                <a:cs typeface="Arial"/>
              </a:defRPr>
            </a:lvl4pPr>
            <a:lvl5pPr>
              <a:defRPr sz="1800" b="1">
                <a:solidFill>
                  <a:srgbClr val="007F7A"/>
                </a:solidFill>
                <a:latin typeface="Arial"/>
                <a:ea typeface="Arial"/>
                <a:cs typeface="Arial"/>
              </a:defRPr>
            </a:lvl5pPr>
            <a:lvl6pPr>
              <a:defRPr sz="1800" b="1">
                <a:solidFill>
                  <a:srgbClr val="007F7A"/>
                </a:solidFill>
                <a:latin typeface="Arial"/>
                <a:ea typeface="Arial"/>
                <a:cs typeface="Arial"/>
              </a:defRPr>
            </a:lvl6pPr>
            <a:lvl7pPr>
              <a:defRPr sz="1800" b="1">
                <a:solidFill>
                  <a:srgbClr val="007F7A"/>
                </a:solidFill>
                <a:latin typeface="Arial"/>
                <a:ea typeface="Arial"/>
                <a:cs typeface="Arial"/>
              </a:defRPr>
            </a:lvl7pPr>
            <a:lvl8pPr>
              <a:defRPr sz="1800" b="1">
                <a:solidFill>
                  <a:srgbClr val="007F7A"/>
                </a:solidFill>
                <a:latin typeface="Arial"/>
                <a:ea typeface="Arial"/>
                <a:cs typeface="Arial"/>
              </a:defRPr>
            </a:lvl8pPr>
            <a:lvl9pPr>
              <a:defRPr sz="1800" b="1">
                <a:solidFill>
                  <a:srgbClr val="007F7A"/>
                </a:solidFill>
                <a:latin typeface="Arial"/>
                <a:ea typeface="Arial"/>
                <a:cs typeface="Arial"/>
              </a:defRPr>
            </a:lvl9pPr>
          </a:lstStyle>
          <a:p xmlns:a="http://schemas.openxmlformats.org/drawingml/2006/main">
            <a:pPr>
              <a:defRPr sz="1800" b="1">
                <a:solidFill>
                  <a:srgbClr val="007F7A"/>
                </a:solidFill>
                <a:latin typeface="Arial"/>
                <a:ea typeface="Arial"/>
                <a:cs typeface="Arial"/>
              </a:defRPr>
            </a:pPr>
            <a:r>
              <a:rPr sz="1800" b="1">
                <a:solidFill>
                  <a:srgbClr val="007F7A"/>
                </a:solidFill>
                <a:latin typeface="Arial"/>
                <a:ea typeface="Arial"/>
                <a:cs typeface="Arial"/>
              </a:rPr>
              <a:t>CIFG / typical test case</a:t>
            </a:r>
          </a:p>
        </p:txBody>
      </p:sp>
      <p:graphicFrame>
        <p:nvGraphicFramePr>
          <p:cNvPr id="5" name="">
            <a:extLst xmlns:a="http://schemas.openxmlformats.org/drawingml/2006/main">
              <a:ext uri="{FF2B5EF4-FFF2-40B4-BE49-F238E27FC236}">
                <a16:creationId xmlns:a16="http://schemas.microsoft.com/office/drawing/2014/main" id="{13CCB9A6-CAEE-450E-B384-4DBC5353B65A}"/>
              </a:ext>
            </a:extLst>
          </p:cNvPr>
          <p:cNvGraphicFramePr/>
          <p:nvPr/>
        </p:nvGraphicFramePr>
        <p:xfrm>
          <a:off xmlns:a="http://schemas.openxmlformats.org/drawingml/2006/main" x="619125" y="2809875"/>
          <a:ext xmlns:a="http://schemas.openxmlformats.org/drawingml/2006/main" cx="10858500" cy="2905125"/>
        </p:xfrm>
        <a:graphic xmlns:a="http://schemas.openxmlformats.org/drawingml/2006/main">
          <a:graphicData uri="http://schemas.openxmlformats.org/drawingml/2006/table">
            <a:tbl>
              <a:tblPr/>
              <a:tblGrid>
                <a:gridCol w="2524125"/>
                <a:gridCol w="8334375"/>
              </a:tblGrid>
              <a:tr h="726281">
                <a:tc>
                  <a:txBody>
                    <a:bodyPr/>
                    <a:lstStyle/>
                    <a:p>
                      <a:r>
                        <a:rPr sz="1875" b="1">
                          <a:solidFill>
                            <a:srgbClr val="FFFFFF"/>
                          </a:solidFill>
                          <a:latin typeface="Arial"/>
                          <a:ea typeface="Arial"/>
                          <a:cs typeface="Arial"/>
                        </a:rPr>
                        <a:t>Text</a:t>
                      </a:r>
                    </a:p>
                  </a:txBody>
                  <a:tcPr marL="91440" marR="91440" marT="45720" marB="45720">
                    <a:solidFill>
                      <a:srgbClr val="102C40"/>
                    </a:solidFill>
                  </a:tcPr>
                </a:tc>
                <a:tc>
                  <a:txBody>
                    <a:bodyPr/>
                    <a:lstStyle/>
                    <a:p>
                      <a:r>
                        <a:rPr sz="1875" b="1">
                          <a:solidFill>
                            <a:srgbClr val="FFFFFF"/>
                          </a:solidFill>
                          <a:latin typeface="Arial"/>
                          <a:ea typeface="Arial"/>
                          <a:cs typeface="Arial"/>
                        </a:rPr>
                        <a:t>Sentence</a:t>
                      </a:r>
                    </a:p>
                  </a:txBody>
                  <a:tcPr marL="91440" marR="91440" marT="45720" marB="45720">
                    <a:solidFill>
                      <a:srgbClr val="102C40"/>
                    </a:solidFill>
                  </a:tcPr>
                </a:tc>
              </a:tr>
              <a:tr h="726281">
                <a:tc>
                  <a:txBody>
                    <a:bodyPr/>
                    <a:lstStyle/>
                    <a:p>
                      <a:r>
                        <a:rPr sz="1875" b="0">
                          <a:solidFill>
                            <a:srgbClr val="18364B"/>
                          </a:solidFill>
                          <a:latin typeface="Arial"/>
                          <a:ea typeface="Arial"/>
                          <a:cs typeface="Arial"/>
                        </a:rPr>
                        <a:t>English</a:t>
                      </a:r>
                    </a:p>
                  </a:txBody>
                  <a:tcPr marL="91440" marR="91440" marT="45720" marB="45720">
                    <a:solidFill>
                      <a:srgbClr val="E9EFEB"/>
                    </a:solidFill>
                  </a:tcPr>
                </a:tc>
                <a:tc>
                  <a:txBody>
                    <a:bodyPr/>
                    <a:lstStyle/>
                    <a:p>
                      <a:r>
                        <a:rPr sz="1875" b="0">
                          <a:solidFill>
                            <a:srgbClr val="18364B"/>
                          </a:solidFill>
                          <a:latin typeface="Arial"/>
                          <a:ea typeface="Arial"/>
                          <a:cs typeface="Arial"/>
                        </a:rPr>
                        <a:t>Your job sounds very interesting</a:t>
                      </a:r>
                    </a:p>
                  </a:txBody>
                  <a:tcPr marL="91440" marR="91440" marT="45720" marB="45720">
                    <a:solidFill>
                      <a:srgbClr val="E9EFEB"/>
                    </a:solidFill>
                  </a:tcPr>
                </a:tc>
              </a:tr>
              <a:tr h="726281">
                <a:tc>
                  <a:txBody>
                    <a:bodyPr/>
                    <a:lstStyle/>
                    <a:p>
                      <a:r>
                        <a:rPr sz="1875" b="0">
                          <a:solidFill>
                            <a:srgbClr val="18364B"/>
                          </a:solidFill>
                          <a:latin typeface="Arial"/>
                          <a:ea typeface="Arial"/>
                          <a:cs typeface="Arial"/>
                        </a:rPr>
                        <a:t>Reference Darija</a:t>
                      </a:r>
                    </a:p>
                  </a:txBody>
                  <a:tcPr marL="91440" marR="91440" marT="45720" marB="45720">
                    <a:solidFill>
                      <a:srgbClr val="F7F5EE"/>
                    </a:solidFill>
                  </a:tcPr>
                </a:tc>
                <a:tc>
                  <a:txBody>
                    <a:bodyPr/>
                    <a:lstStyle/>
                    <a:p>
                      <a:r>
                        <a:rPr sz="1875" b="0">
                          <a:solidFill>
                            <a:srgbClr val="18364B"/>
                          </a:solidFill>
                          <a:latin typeface="Arial"/>
                          <a:ea typeface="Arial"/>
                          <a:cs typeface="Arial"/>
                        </a:rPr>
                        <a:t>lkhdma dialk katban lia momti3a</a:t>
                      </a:r>
                    </a:p>
                  </a:txBody>
                  <a:tcPr marL="91440" marR="91440" marT="45720" marB="45720">
                    <a:solidFill>
                      <a:srgbClr val="F7F5EE"/>
                    </a:solidFill>
                  </a:tcPr>
                </a:tc>
              </a:tr>
              <a:tr h="726281">
                <a:tc>
                  <a:txBody>
                    <a:bodyPr/>
                    <a:lstStyle/>
                    <a:p>
                      <a:r>
                        <a:rPr sz="1875" b="0">
                          <a:solidFill>
                            <a:srgbClr val="18364B"/>
                          </a:solidFill>
                          <a:latin typeface="Arial"/>
                          <a:ea typeface="Arial"/>
                          <a:cs typeface="Arial"/>
                        </a:rPr>
                        <a:t>Generated Darija</a:t>
                      </a:r>
                    </a:p>
                  </a:txBody>
                  <a:tcPr marL="91440" marR="91440" marT="45720" marB="45720">
                    <a:solidFill>
                      <a:srgbClr val="E9EFEB"/>
                    </a:solidFill>
                  </a:tcPr>
                </a:tc>
                <a:tc>
                  <a:txBody>
                    <a:bodyPr/>
                    <a:lstStyle/>
                    <a:p>
                      <a:r>
                        <a:rPr sz="1875" b="0">
                          <a:solidFill>
                            <a:srgbClr val="18364B"/>
                          </a:solidFill>
                          <a:latin typeface="Arial"/>
                          <a:ea typeface="Arial"/>
                          <a:cs typeface="Arial"/>
                        </a:rPr>
                        <a:t>machi mochkil, 3la Si3a</a:t>
                      </a:r>
                    </a:p>
                  </a:txBody>
                  <a:tcPr marL="91440" marR="91440" marT="45720" marB="45720">
                    <a:solidFill>
                      <a:srgbClr val="E9EFEB"/>
                    </a:solidFill>
                  </a:tcPr>
                </a:tc>
              </a:tr>
            </a:tbl>
          </a:graphicData>
        </a:graphic>
      </p:graphicFrame>
      <p:sp>
        <p:nvSpPr>
          <p:cNvPr id="6" name="">
            <a:extLst xmlns:a="http://schemas.openxmlformats.org/drawingml/2006/main">
              <a:ext uri="{FF2B5EF4-FFF2-40B4-BE49-F238E27FC236}">
                <a16:creationId xmlns:a16="http://schemas.microsoft.com/office/drawing/2014/main" id="{29207865-C6BC-4485-940B-9DA8ED9409BA}"/>
              </a:ext>
            </a:extLst>
          </p:cNvPr>
          <p:cNvSpPr>
            <a:spLocks xmlns:a="http://schemas.openxmlformats.org/drawingml/2006/main" noGrp="1"/>
          </p:cNvSpPr>
          <p:nvPr/>
        </p:nvSpPr>
        <p:spPr>
          <a:xfrm xmlns:a="http://schemas.openxmlformats.org/drawingml/2006/main">
            <a:off x="666750" y="5953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26878"/>
                </a:solidFill>
                <a:latin typeface="Arial"/>
                <a:ea typeface="Arial"/>
                <a:cs typeface="Arial"/>
              </a:defRPr>
            </a:defPPr>
            <a:lvl1pPr>
              <a:defRPr sz="1650" b="0">
                <a:solidFill>
                  <a:srgbClr val="526878"/>
                </a:solidFill>
                <a:latin typeface="Arial"/>
                <a:ea typeface="Arial"/>
                <a:cs typeface="Arial"/>
              </a:defRPr>
            </a:lvl1pPr>
            <a:lvl2pPr>
              <a:defRPr sz="1650" b="0">
                <a:solidFill>
                  <a:srgbClr val="526878"/>
                </a:solidFill>
                <a:latin typeface="Arial"/>
                <a:ea typeface="Arial"/>
                <a:cs typeface="Arial"/>
              </a:defRPr>
            </a:lvl2pPr>
            <a:lvl3pPr>
              <a:defRPr sz="1650" b="0">
                <a:solidFill>
                  <a:srgbClr val="526878"/>
                </a:solidFill>
                <a:latin typeface="Arial"/>
                <a:ea typeface="Arial"/>
                <a:cs typeface="Arial"/>
              </a:defRPr>
            </a:lvl3pPr>
            <a:lvl4pPr>
              <a:defRPr sz="1650" b="0">
                <a:solidFill>
                  <a:srgbClr val="526878"/>
                </a:solidFill>
                <a:latin typeface="Arial"/>
                <a:ea typeface="Arial"/>
                <a:cs typeface="Arial"/>
              </a:defRPr>
            </a:lvl4pPr>
            <a:lvl5pPr>
              <a:defRPr sz="1650" b="0">
                <a:solidFill>
                  <a:srgbClr val="526878"/>
                </a:solidFill>
                <a:latin typeface="Arial"/>
                <a:ea typeface="Arial"/>
                <a:cs typeface="Arial"/>
              </a:defRPr>
            </a:lvl5pPr>
            <a:lvl6pPr>
              <a:defRPr sz="1650" b="0">
                <a:solidFill>
                  <a:srgbClr val="526878"/>
                </a:solidFill>
                <a:latin typeface="Arial"/>
                <a:ea typeface="Arial"/>
                <a:cs typeface="Arial"/>
              </a:defRPr>
            </a:lvl6pPr>
            <a:lvl7pPr>
              <a:defRPr sz="1650" b="0">
                <a:solidFill>
                  <a:srgbClr val="526878"/>
                </a:solidFill>
                <a:latin typeface="Arial"/>
                <a:ea typeface="Arial"/>
                <a:cs typeface="Arial"/>
              </a:defRPr>
            </a:lvl7pPr>
            <a:lvl8pPr>
              <a:defRPr sz="1650" b="0">
                <a:solidFill>
                  <a:srgbClr val="526878"/>
                </a:solidFill>
                <a:latin typeface="Arial"/>
                <a:ea typeface="Arial"/>
                <a:cs typeface="Arial"/>
              </a:defRPr>
            </a:lvl8pPr>
            <a:lvl9pPr>
              <a:defRPr sz="1650" b="0">
                <a:solidFill>
                  <a:srgbClr val="526878"/>
                </a:solidFill>
                <a:latin typeface="Arial"/>
                <a:ea typeface="Arial"/>
                <a:cs typeface="Arial"/>
              </a:defRPr>
            </a:lvl9pPr>
          </a:lstStyle>
          <a:p xmlns:a="http://schemas.openxmlformats.org/drawingml/2006/main">
            <a:pPr>
              <a:defRPr sz="1650" b="0">
                <a:solidFill>
                  <a:srgbClr val="526878"/>
                </a:solidFill>
                <a:latin typeface="Arial"/>
                <a:ea typeface="Arial"/>
                <a:cs typeface="Arial"/>
              </a:defRPr>
            </a:pPr>
            <a:r>
              <a:rPr sz="1650" b="0">
                <a:solidFill>
                  <a:srgbClr val="526878"/>
                </a:solidFill>
                <a:latin typeface="Arial"/>
                <a:ea typeface="Arial"/>
                <a:cs typeface="Arial"/>
              </a:rPr>
              <a:t>Sentence chrF 12.53 / median-ranked test example</a:t>
            </a:r>
          </a:p>
        </p:txBody>
      </p:sp>
    </p:spTree>
    <p:extLst>
      <p:ext uri="{BB962C8B-B14F-4D97-AF65-F5344CB8AC3E}">
        <p14:creationId xmlns:p14="http://schemas.microsoft.com/office/powerpoint/2010/main" val="7787791"/>
      </p:ext>
    </p:extLst>
  </p:cSld>
</p:sld>
</file>

<file path=ppt/slides/slide10.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A5A1208-64F5-407C-8992-52EE4ECDC27D}"/>
              </a:ext>
            </a:extLst>
          </p:cNvPr>
          <p:cNvSpPr>
            <a:spLocks xmlns:a="http://schemas.openxmlformats.org/drawingml/2006/main" noGrp="1"/>
          </p:cNvSpPr>
          <p:nvPr/>
        </p:nvSpPr>
        <p:spPr>
          <a:xfrm xmlns:a="http://schemas.openxmlformats.org/drawingml/2006/main">
            <a:off x="609600" y="323850"/>
            <a:ext cx="1047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1">
                <a:solidFill>
                  <a:srgbClr val="007F7A"/>
                </a:solidFill>
                <a:latin typeface="Arial"/>
                <a:ea typeface="Arial"/>
                <a:cs typeface="Arial"/>
              </a:defRPr>
            </a:defPPr>
            <a:lvl1pPr>
              <a:defRPr sz="1275" b="1">
                <a:solidFill>
                  <a:srgbClr val="007F7A"/>
                </a:solidFill>
                <a:latin typeface="Arial"/>
                <a:ea typeface="Arial"/>
                <a:cs typeface="Arial"/>
              </a:defRPr>
            </a:lvl1pPr>
            <a:lvl2pPr>
              <a:defRPr sz="1275" b="1">
                <a:solidFill>
                  <a:srgbClr val="007F7A"/>
                </a:solidFill>
                <a:latin typeface="Arial"/>
                <a:ea typeface="Arial"/>
                <a:cs typeface="Arial"/>
              </a:defRPr>
            </a:lvl2pPr>
            <a:lvl3pPr>
              <a:defRPr sz="1275" b="1">
                <a:solidFill>
                  <a:srgbClr val="007F7A"/>
                </a:solidFill>
                <a:latin typeface="Arial"/>
                <a:ea typeface="Arial"/>
                <a:cs typeface="Arial"/>
              </a:defRPr>
            </a:lvl3pPr>
            <a:lvl4pPr>
              <a:defRPr sz="1275" b="1">
                <a:solidFill>
                  <a:srgbClr val="007F7A"/>
                </a:solidFill>
                <a:latin typeface="Arial"/>
                <a:ea typeface="Arial"/>
                <a:cs typeface="Arial"/>
              </a:defRPr>
            </a:lvl4pPr>
            <a:lvl5pPr>
              <a:defRPr sz="1275" b="1">
                <a:solidFill>
                  <a:srgbClr val="007F7A"/>
                </a:solidFill>
                <a:latin typeface="Arial"/>
                <a:ea typeface="Arial"/>
                <a:cs typeface="Arial"/>
              </a:defRPr>
            </a:lvl5pPr>
            <a:lvl6pPr>
              <a:defRPr sz="1275" b="1">
                <a:solidFill>
                  <a:srgbClr val="007F7A"/>
                </a:solidFill>
                <a:latin typeface="Arial"/>
                <a:ea typeface="Arial"/>
                <a:cs typeface="Arial"/>
              </a:defRPr>
            </a:lvl6pPr>
            <a:lvl7pPr>
              <a:defRPr sz="1275" b="1">
                <a:solidFill>
                  <a:srgbClr val="007F7A"/>
                </a:solidFill>
                <a:latin typeface="Arial"/>
                <a:ea typeface="Arial"/>
                <a:cs typeface="Arial"/>
              </a:defRPr>
            </a:lvl7pPr>
            <a:lvl8pPr>
              <a:defRPr sz="1275" b="1">
                <a:solidFill>
                  <a:srgbClr val="007F7A"/>
                </a:solidFill>
                <a:latin typeface="Arial"/>
                <a:ea typeface="Arial"/>
                <a:cs typeface="Arial"/>
              </a:defRPr>
            </a:lvl8pPr>
            <a:lvl9pPr>
              <a:defRPr sz="1275" b="1">
                <a:solidFill>
                  <a:srgbClr val="007F7A"/>
                </a:solidFill>
                <a:latin typeface="Arial"/>
                <a:ea typeface="Arial"/>
                <a:cs typeface="Arial"/>
              </a:defRPr>
            </a:lvl9pPr>
          </a:lstStyle>
          <a:p xmlns:a="http://schemas.openxmlformats.org/drawingml/2006/main">
            <a:pPr>
              <a:defRPr sz="1275" b="1">
                <a:solidFill>
                  <a:srgbClr val="007F7A"/>
                </a:solidFill>
                <a:latin typeface="Arial"/>
                <a:ea typeface="Arial"/>
                <a:cs typeface="Arial"/>
              </a:defRPr>
            </a:pPr>
            <a:r>
              <a:rPr sz="1275" b="1">
                <a:solidFill>
                  <a:srgbClr val="007F7A"/>
                </a:solidFill>
                <a:latin typeface="Arial"/>
                <a:ea typeface="Arial"/>
                <a:cs typeface="Arial"/>
              </a:rPr>
              <a:t>09 / IMPROVEMENTS</a:t>
            </a:r>
          </a:p>
        </p:txBody>
      </p:sp>
      <p:sp>
        <p:nvSpPr>
          <p:cNvPr id="2" name="">
            <a:extLst xmlns:a="http://schemas.openxmlformats.org/drawingml/2006/main">
              <a:ext uri="{FF2B5EF4-FFF2-40B4-BE49-F238E27FC236}">
                <a16:creationId xmlns:a16="http://schemas.microsoft.com/office/drawing/2014/main" id="{6747D31B-6296-44BC-A457-57CB12C43FC3}"/>
              </a:ext>
            </a:extLst>
          </p:cNvPr>
          <p:cNvSpPr>
            <a:spLocks xmlns:a="http://schemas.openxmlformats.org/drawingml/2006/main" noGrp="1"/>
          </p:cNvSpPr>
          <p:nvPr/>
        </p:nvSpPr>
        <p:spPr>
          <a:xfrm xmlns:a="http://schemas.openxmlformats.org/drawingml/2006/main">
            <a:off x="609600" y="857250"/>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525" b="1">
                <a:solidFill>
                  <a:srgbClr val="18364B"/>
                </a:solidFill>
                <a:latin typeface="Arial"/>
                <a:ea typeface="Arial"/>
                <a:cs typeface="Arial"/>
              </a:defRPr>
            </a:defPPr>
            <a:lvl1pPr>
              <a:defRPr sz="3525" b="1">
                <a:solidFill>
                  <a:srgbClr val="18364B"/>
                </a:solidFill>
                <a:latin typeface="Arial"/>
                <a:ea typeface="Arial"/>
                <a:cs typeface="Arial"/>
              </a:defRPr>
            </a:lvl1pPr>
            <a:lvl2pPr>
              <a:defRPr sz="3525" b="1">
                <a:solidFill>
                  <a:srgbClr val="18364B"/>
                </a:solidFill>
                <a:latin typeface="Arial"/>
                <a:ea typeface="Arial"/>
                <a:cs typeface="Arial"/>
              </a:defRPr>
            </a:lvl2pPr>
            <a:lvl3pPr>
              <a:defRPr sz="3525" b="1">
                <a:solidFill>
                  <a:srgbClr val="18364B"/>
                </a:solidFill>
                <a:latin typeface="Arial"/>
                <a:ea typeface="Arial"/>
                <a:cs typeface="Arial"/>
              </a:defRPr>
            </a:lvl3pPr>
            <a:lvl4pPr>
              <a:defRPr sz="3525" b="1">
                <a:solidFill>
                  <a:srgbClr val="18364B"/>
                </a:solidFill>
                <a:latin typeface="Arial"/>
                <a:ea typeface="Arial"/>
                <a:cs typeface="Arial"/>
              </a:defRPr>
            </a:lvl4pPr>
            <a:lvl5pPr>
              <a:defRPr sz="3525" b="1">
                <a:solidFill>
                  <a:srgbClr val="18364B"/>
                </a:solidFill>
                <a:latin typeface="Arial"/>
                <a:ea typeface="Arial"/>
                <a:cs typeface="Arial"/>
              </a:defRPr>
            </a:lvl5pPr>
            <a:lvl6pPr>
              <a:defRPr sz="3525" b="1">
                <a:solidFill>
                  <a:srgbClr val="18364B"/>
                </a:solidFill>
                <a:latin typeface="Arial"/>
                <a:ea typeface="Arial"/>
                <a:cs typeface="Arial"/>
              </a:defRPr>
            </a:lvl6pPr>
            <a:lvl7pPr>
              <a:defRPr sz="3525" b="1">
                <a:solidFill>
                  <a:srgbClr val="18364B"/>
                </a:solidFill>
                <a:latin typeface="Arial"/>
                <a:ea typeface="Arial"/>
                <a:cs typeface="Arial"/>
              </a:defRPr>
            </a:lvl7pPr>
            <a:lvl8pPr>
              <a:defRPr sz="3525" b="1">
                <a:solidFill>
                  <a:srgbClr val="18364B"/>
                </a:solidFill>
                <a:latin typeface="Arial"/>
                <a:ea typeface="Arial"/>
                <a:cs typeface="Arial"/>
              </a:defRPr>
            </a:lvl8pPr>
            <a:lvl9pPr>
              <a:defRPr sz="3525" b="1">
                <a:solidFill>
                  <a:srgbClr val="18364B"/>
                </a:solidFill>
                <a:latin typeface="Arial"/>
                <a:ea typeface="Arial"/>
                <a:cs typeface="Arial"/>
              </a:defRPr>
            </a:lvl9pPr>
          </a:lstStyle>
          <a:p xmlns:a="http://schemas.openxmlformats.org/drawingml/2006/main">
            <a:pPr>
              <a:defRPr sz="3525" b="1">
                <a:solidFill>
                  <a:srgbClr val="18364B"/>
                </a:solidFill>
                <a:latin typeface="Arial"/>
                <a:ea typeface="Arial"/>
                <a:cs typeface="Arial"/>
              </a:defRPr>
            </a:pPr>
            <a:r>
              <a:rPr sz="3525" b="1">
                <a:solidFill>
                  <a:srgbClr val="18364B"/>
                </a:solidFill>
                <a:latin typeface="Arial"/>
                <a:ea typeface="Arial"/>
                <a:cs typeface="Arial"/>
              </a:rPr>
              <a:t>What the next experiment should test</a:t>
            </a:r>
          </a:p>
        </p:txBody>
      </p:sp>
      <p:sp>
        <p:nvSpPr>
          <p:cNvPr id="3" name="">
            <a:extLst xmlns:a="http://schemas.openxmlformats.org/drawingml/2006/main">
              <a:ext uri="{FF2B5EF4-FFF2-40B4-BE49-F238E27FC236}">
                <a16:creationId xmlns:a16="http://schemas.microsoft.com/office/drawing/2014/main" id="{45F80A5C-C6EC-4B4F-929A-11353FD52CE6}"/>
              </a:ext>
            </a:extLst>
          </p:cNvPr>
          <p:cNvSpPr>
            <a:spLocks xmlns:a="http://schemas.openxmlformats.org/drawingml/2006/main" noGrp="1"/>
          </p:cNvSpPr>
          <p:nvPr/>
        </p:nvSpPr>
        <p:spPr>
          <a:xfrm xmlns:a="http://schemas.openxmlformats.org/drawingml/2006/main">
            <a:off x="11096625" y="63150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878"/>
                </a:solidFill>
                <a:latin typeface="Arial"/>
                <a:ea typeface="Arial"/>
                <a:cs typeface="Arial"/>
              </a:defRPr>
            </a:defPPr>
            <a:lvl1pPr>
              <a:defRPr sz="1200" b="0">
                <a:solidFill>
                  <a:srgbClr val="526878"/>
                </a:solidFill>
                <a:latin typeface="Arial"/>
                <a:ea typeface="Arial"/>
                <a:cs typeface="Arial"/>
              </a:defRPr>
            </a:lvl1pPr>
            <a:lvl2pPr>
              <a:defRPr sz="1200" b="0">
                <a:solidFill>
                  <a:srgbClr val="526878"/>
                </a:solidFill>
                <a:latin typeface="Arial"/>
                <a:ea typeface="Arial"/>
                <a:cs typeface="Arial"/>
              </a:defRPr>
            </a:lvl2pPr>
            <a:lvl3pPr>
              <a:defRPr sz="1200" b="0">
                <a:solidFill>
                  <a:srgbClr val="526878"/>
                </a:solidFill>
                <a:latin typeface="Arial"/>
                <a:ea typeface="Arial"/>
                <a:cs typeface="Arial"/>
              </a:defRPr>
            </a:lvl3pPr>
            <a:lvl4pPr>
              <a:defRPr sz="1200" b="0">
                <a:solidFill>
                  <a:srgbClr val="526878"/>
                </a:solidFill>
                <a:latin typeface="Arial"/>
                <a:ea typeface="Arial"/>
                <a:cs typeface="Arial"/>
              </a:defRPr>
            </a:lvl4pPr>
            <a:lvl5pPr>
              <a:defRPr sz="1200" b="0">
                <a:solidFill>
                  <a:srgbClr val="526878"/>
                </a:solidFill>
                <a:latin typeface="Arial"/>
                <a:ea typeface="Arial"/>
                <a:cs typeface="Arial"/>
              </a:defRPr>
            </a:lvl5pPr>
            <a:lvl6pPr>
              <a:defRPr sz="1200" b="0">
                <a:solidFill>
                  <a:srgbClr val="526878"/>
                </a:solidFill>
                <a:latin typeface="Arial"/>
                <a:ea typeface="Arial"/>
                <a:cs typeface="Arial"/>
              </a:defRPr>
            </a:lvl6pPr>
            <a:lvl7pPr>
              <a:defRPr sz="1200" b="0">
                <a:solidFill>
                  <a:srgbClr val="526878"/>
                </a:solidFill>
                <a:latin typeface="Arial"/>
                <a:ea typeface="Arial"/>
                <a:cs typeface="Arial"/>
              </a:defRPr>
            </a:lvl7pPr>
            <a:lvl8pPr>
              <a:defRPr sz="1200" b="0">
                <a:solidFill>
                  <a:srgbClr val="526878"/>
                </a:solidFill>
                <a:latin typeface="Arial"/>
                <a:ea typeface="Arial"/>
                <a:cs typeface="Arial"/>
              </a:defRPr>
            </a:lvl8pPr>
            <a:lvl9pPr>
              <a:defRPr sz="1200" b="0">
                <a:solidFill>
                  <a:srgbClr val="526878"/>
                </a:solidFill>
                <a:latin typeface="Arial"/>
                <a:ea typeface="Arial"/>
                <a:cs typeface="Arial"/>
              </a:defRPr>
            </a:lvl9pPr>
          </a:lstStyle>
          <a:p xmlns:a="http://schemas.openxmlformats.org/drawingml/2006/main">
            <a:pPr>
              <a:defRPr sz="1200" b="0">
                <a:solidFill>
                  <a:srgbClr val="526878"/>
                </a:solidFill>
                <a:latin typeface="Arial"/>
                <a:ea typeface="Arial"/>
                <a:cs typeface="Arial"/>
              </a:defRPr>
            </a:pPr>
            <a:r>
              <a:rPr sz="1200" b="0">
                <a:solidFill>
                  <a:srgbClr val="526878"/>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58A28F1D-58B7-4BE6-A3ED-BDA652AAF02C}"/>
              </a:ext>
            </a:extLst>
          </p:cNvPr>
          <p:cNvSpPr>
            <a:spLocks xmlns:a="http://schemas.openxmlformats.org/drawingml/2006/main" noGrp="1"/>
          </p:cNvSpPr>
          <p:nvPr/>
        </p:nvSpPr>
        <p:spPr>
          <a:xfrm xmlns:a="http://schemas.openxmlformats.org/drawingml/2006/main">
            <a:off x="647700" y="2286000"/>
            <a:ext cx="95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007F7A"/>
                </a:solidFill>
                <a:latin typeface="Arial"/>
                <a:ea typeface="Arial"/>
                <a:cs typeface="Arial"/>
              </a:defRPr>
            </a:defPPr>
            <a:lvl1pPr>
              <a:defRPr sz="3825" b="1">
                <a:solidFill>
                  <a:srgbClr val="007F7A"/>
                </a:solidFill>
                <a:latin typeface="Arial"/>
                <a:ea typeface="Arial"/>
                <a:cs typeface="Arial"/>
              </a:defRPr>
            </a:lvl1pPr>
            <a:lvl2pPr>
              <a:defRPr sz="3825" b="1">
                <a:solidFill>
                  <a:srgbClr val="007F7A"/>
                </a:solidFill>
                <a:latin typeface="Arial"/>
                <a:ea typeface="Arial"/>
                <a:cs typeface="Arial"/>
              </a:defRPr>
            </a:lvl2pPr>
            <a:lvl3pPr>
              <a:defRPr sz="3825" b="1">
                <a:solidFill>
                  <a:srgbClr val="007F7A"/>
                </a:solidFill>
                <a:latin typeface="Arial"/>
                <a:ea typeface="Arial"/>
                <a:cs typeface="Arial"/>
              </a:defRPr>
            </a:lvl3pPr>
            <a:lvl4pPr>
              <a:defRPr sz="3825" b="1">
                <a:solidFill>
                  <a:srgbClr val="007F7A"/>
                </a:solidFill>
                <a:latin typeface="Arial"/>
                <a:ea typeface="Arial"/>
                <a:cs typeface="Arial"/>
              </a:defRPr>
            </a:lvl4pPr>
            <a:lvl5pPr>
              <a:defRPr sz="3825" b="1">
                <a:solidFill>
                  <a:srgbClr val="007F7A"/>
                </a:solidFill>
                <a:latin typeface="Arial"/>
                <a:ea typeface="Arial"/>
                <a:cs typeface="Arial"/>
              </a:defRPr>
            </a:lvl5pPr>
            <a:lvl6pPr>
              <a:defRPr sz="3825" b="1">
                <a:solidFill>
                  <a:srgbClr val="007F7A"/>
                </a:solidFill>
                <a:latin typeface="Arial"/>
                <a:ea typeface="Arial"/>
                <a:cs typeface="Arial"/>
              </a:defRPr>
            </a:lvl6pPr>
            <a:lvl7pPr>
              <a:defRPr sz="3825" b="1">
                <a:solidFill>
                  <a:srgbClr val="007F7A"/>
                </a:solidFill>
                <a:latin typeface="Arial"/>
                <a:ea typeface="Arial"/>
                <a:cs typeface="Arial"/>
              </a:defRPr>
            </a:lvl7pPr>
            <a:lvl8pPr>
              <a:defRPr sz="3825" b="1">
                <a:solidFill>
                  <a:srgbClr val="007F7A"/>
                </a:solidFill>
                <a:latin typeface="Arial"/>
                <a:ea typeface="Arial"/>
                <a:cs typeface="Arial"/>
              </a:defRPr>
            </a:lvl8pPr>
            <a:lvl9pPr>
              <a:defRPr sz="3825" b="1">
                <a:solidFill>
                  <a:srgbClr val="007F7A"/>
                </a:solidFill>
                <a:latin typeface="Arial"/>
                <a:ea typeface="Arial"/>
                <a:cs typeface="Arial"/>
              </a:defRPr>
            </a:lvl9pPr>
          </a:lstStyle>
          <a:p xmlns:a="http://schemas.openxmlformats.org/drawingml/2006/main">
            <a:pPr>
              <a:defRPr sz="3825" b="1">
                <a:solidFill>
                  <a:srgbClr val="007F7A"/>
                </a:solidFill>
                <a:latin typeface="Arial"/>
                <a:ea typeface="Arial"/>
                <a:cs typeface="Arial"/>
              </a:defRPr>
            </a:pPr>
            <a:r>
              <a:rPr sz="3825" b="1">
                <a:solidFill>
                  <a:srgbClr val="007F7A"/>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B75ED7F-0392-479E-8D0D-A5D2BE96C017}"/>
              </a:ext>
            </a:extLst>
          </p:cNvPr>
          <p:cNvSpPr>
            <a:spLocks xmlns:a="http://schemas.openxmlformats.org/drawingml/2006/main" noGrp="1"/>
          </p:cNvSpPr>
          <p:nvPr/>
        </p:nvSpPr>
        <p:spPr>
          <a:xfrm xmlns:a="http://schemas.openxmlformats.org/drawingml/2006/main">
            <a:off x="2047875" y="2286000"/>
            <a:ext cx="885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8364B"/>
                </a:solidFill>
                <a:latin typeface="Arial"/>
                <a:ea typeface="Arial"/>
                <a:cs typeface="Arial"/>
              </a:defRPr>
            </a:defPPr>
            <a:lvl1pPr>
              <a:defRPr sz="2325" b="1">
                <a:solidFill>
                  <a:srgbClr val="18364B"/>
                </a:solidFill>
                <a:latin typeface="Arial"/>
                <a:ea typeface="Arial"/>
                <a:cs typeface="Arial"/>
              </a:defRPr>
            </a:lvl1pPr>
            <a:lvl2pPr>
              <a:defRPr sz="2325" b="1">
                <a:solidFill>
                  <a:srgbClr val="18364B"/>
                </a:solidFill>
                <a:latin typeface="Arial"/>
                <a:ea typeface="Arial"/>
                <a:cs typeface="Arial"/>
              </a:defRPr>
            </a:lvl2pPr>
            <a:lvl3pPr>
              <a:defRPr sz="2325" b="1">
                <a:solidFill>
                  <a:srgbClr val="18364B"/>
                </a:solidFill>
                <a:latin typeface="Arial"/>
                <a:ea typeface="Arial"/>
                <a:cs typeface="Arial"/>
              </a:defRPr>
            </a:lvl3pPr>
            <a:lvl4pPr>
              <a:defRPr sz="2325" b="1">
                <a:solidFill>
                  <a:srgbClr val="18364B"/>
                </a:solidFill>
                <a:latin typeface="Arial"/>
                <a:ea typeface="Arial"/>
                <a:cs typeface="Arial"/>
              </a:defRPr>
            </a:lvl4pPr>
            <a:lvl5pPr>
              <a:defRPr sz="2325" b="1">
                <a:solidFill>
                  <a:srgbClr val="18364B"/>
                </a:solidFill>
                <a:latin typeface="Arial"/>
                <a:ea typeface="Arial"/>
                <a:cs typeface="Arial"/>
              </a:defRPr>
            </a:lvl5pPr>
            <a:lvl6pPr>
              <a:defRPr sz="2325" b="1">
                <a:solidFill>
                  <a:srgbClr val="18364B"/>
                </a:solidFill>
                <a:latin typeface="Arial"/>
                <a:ea typeface="Arial"/>
                <a:cs typeface="Arial"/>
              </a:defRPr>
            </a:lvl6pPr>
            <a:lvl7pPr>
              <a:defRPr sz="2325" b="1">
                <a:solidFill>
                  <a:srgbClr val="18364B"/>
                </a:solidFill>
                <a:latin typeface="Arial"/>
                <a:ea typeface="Arial"/>
                <a:cs typeface="Arial"/>
              </a:defRPr>
            </a:lvl7pPr>
            <a:lvl8pPr>
              <a:defRPr sz="2325" b="1">
                <a:solidFill>
                  <a:srgbClr val="18364B"/>
                </a:solidFill>
                <a:latin typeface="Arial"/>
                <a:ea typeface="Arial"/>
                <a:cs typeface="Arial"/>
              </a:defRPr>
            </a:lvl8pPr>
            <a:lvl9pPr>
              <a:defRPr sz="2325" b="1">
                <a:solidFill>
                  <a:srgbClr val="18364B"/>
                </a:solidFill>
                <a:latin typeface="Arial"/>
                <a:ea typeface="Arial"/>
                <a:cs typeface="Arial"/>
              </a:defRPr>
            </a:lvl9pPr>
          </a:lstStyle>
          <a:p xmlns:a="http://schemas.openxmlformats.org/drawingml/2006/main">
            <a:pPr>
              <a:defRPr sz="2325" b="1">
                <a:solidFill>
                  <a:srgbClr val="18364B"/>
                </a:solidFill>
                <a:latin typeface="Arial"/>
                <a:ea typeface="Arial"/>
                <a:cs typeface="Arial"/>
              </a:defRPr>
            </a:pPr>
            <a:r>
              <a:rPr sz="2325" b="1">
                <a:solidFill>
                  <a:srgbClr val="18364B"/>
                </a:solidFill>
                <a:latin typeface="Arial"/>
                <a:ea typeface="Arial"/>
                <a:cs typeface="Arial"/>
              </a:rPr>
              <a:t>More evidence</a:t>
            </a:r>
          </a:p>
        </p:txBody>
      </p:sp>
      <p:sp>
        <p:nvSpPr>
          <p:cNvPr id="6" name="">
            <a:extLst xmlns:a="http://schemas.openxmlformats.org/drawingml/2006/main">
              <a:ext uri="{FF2B5EF4-FFF2-40B4-BE49-F238E27FC236}">
                <a16:creationId xmlns:a16="http://schemas.microsoft.com/office/drawing/2014/main" id="{F9029062-9CCB-4901-8CD0-123EBB4FA32C}"/>
              </a:ext>
            </a:extLst>
          </p:cNvPr>
          <p:cNvSpPr>
            <a:spLocks xmlns:a="http://schemas.openxmlformats.org/drawingml/2006/main" noGrp="1"/>
          </p:cNvSpPr>
          <p:nvPr/>
        </p:nvSpPr>
        <p:spPr>
          <a:xfrm xmlns:a="http://schemas.openxmlformats.org/drawingml/2006/main">
            <a:off x="2066925" y="2857500"/>
            <a:ext cx="933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64B"/>
                </a:solidFill>
                <a:latin typeface="Arial"/>
                <a:ea typeface="Arial"/>
                <a:cs typeface="Arial"/>
              </a:defRPr>
            </a:defPPr>
            <a:lvl1pPr>
              <a:defRPr sz="1875" b="0">
                <a:solidFill>
                  <a:srgbClr val="18364B"/>
                </a:solidFill>
                <a:latin typeface="Arial"/>
                <a:ea typeface="Arial"/>
                <a:cs typeface="Arial"/>
              </a:defRPr>
            </a:lvl1pPr>
            <a:lvl2pPr>
              <a:defRPr sz="1875" b="0">
                <a:solidFill>
                  <a:srgbClr val="18364B"/>
                </a:solidFill>
                <a:latin typeface="Arial"/>
                <a:ea typeface="Arial"/>
                <a:cs typeface="Arial"/>
              </a:defRPr>
            </a:lvl2pPr>
            <a:lvl3pPr>
              <a:defRPr sz="1875" b="0">
                <a:solidFill>
                  <a:srgbClr val="18364B"/>
                </a:solidFill>
                <a:latin typeface="Arial"/>
                <a:ea typeface="Arial"/>
                <a:cs typeface="Arial"/>
              </a:defRPr>
            </a:lvl3pPr>
            <a:lvl4pPr>
              <a:defRPr sz="1875" b="0">
                <a:solidFill>
                  <a:srgbClr val="18364B"/>
                </a:solidFill>
                <a:latin typeface="Arial"/>
                <a:ea typeface="Arial"/>
                <a:cs typeface="Arial"/>
              </a:defRPr>
            </a:lvl4pPr>
            <a:lvl5pPr>
              <a:defRPr sz="1875" b="0">
                <a:solidFill>
                  <a:srgbClr val="18364B"/>
                </a:solidFill>
                <a:latin typeface="Arial"/>
                <a:ea typeface="Arial"/>
                <a:cs typeface="Arial"/>
              </a:defRPr>
            </a:lvl5pPr>
            <a:lvl6pPr>
              <a:defRPr sz="1875" b="0">
                <a:solidFill>
                  <a:srgbClr val="18364B"/>
                </a:solidFill>
                <a:latin typeface="Arial"/>
                <a:ea typeface="Arial"/>
                <a:cs typeface="Arial"/>
              </a:defRPr>
            </a:lvl6pPr>
            <a:lvl7pPr>
              <a:defRPr sz="1875" b="0">
                <a:solidFill>
                  <a:srgbClr val="18364B"/>
                </a:solidFill>
                <a:latin typeface="Arial"/>
                <a:ea typeface="Arial"/>
                <a:cs typeface="Arial"/>
              </a:defRPr>
            </a:lvl7pPr>
            <a:lvl8pPr>
              <a:defRPr sz="1875" b="0">
                <a:solidFill>
                  <a:srgbClr val="18364B"/>
                </a:solidFill>
                <a:latin typeface="Arial"/>
                <a:ea typeface="Arial"/>
                <a:cs typeface="Arial"/>
              </a:defRPr>
            </a:lvl8pPr>
            <a:lvl9pPr>
              <a:defRPr sz="1875" b="0">
                <a:solidFill>
                  <a:srgbClr val="18364B"/>
                </a:solidFill>
                <a:latin typeface="Arial"/>
                <a:ea typeface="Arial"/>
                <a:cs typeface="Arial"/>
              </a:defRPr>
            </a:lvl9pPr>
          </a:lstStyle>
          <a:p xmlns:a="http://schemas.openxmlformats.org/drawingml/2006/main">
            <a:pPr>
              <a:defRPr sz="1875" b="0">
                <a:solidFill>
                  <a:srgbClr val="18364B"/>
                </a:solidFill>
                <a:latin typeface="Arial"/>
                <a:ea typeface="Arial"/>
                <a:cs typeface="Arial"/>
              </a:defRPr>
            </a:pPr>
            <a:r>
              <a:rPr sz="1875" b="0">
                <a:solidFill>
                  <a:srgbClr val="18364B"/>
                </a:solidFill>
                <a:latin typeface="Arial"/>
                <a:ea typeface="Arial"/>
                <a:cs typeface="Arial"/>
              </a:rPr>
              <a:t>Repeat across seeds and extend training.</a:t>
            </a:r>
          </a:p>
        </p:txBody>
      </p:sp>
      <p:sp>
        <p:nvSpPr>
          <p:cNvPr id="7" name="">
            <a:extLst xmlns:a="http://schemas.openxmlformats.org/drawingml/2006/main">
              <a:ext uri="{FF2B5EF4-FFF2-40B4-BE49-F238E27FC236}">
                <a16:creationId xmlns:a16="http://schemas.microsoft.com/office/drawing/2014/main" id="{2943B73A-1279-4170-97D1-8C79D0074ACC}"/>
              </a:ext>
            </a:extLst>
          </p:cNvPr>
          <p:cNvSpPr>
            <a:spLocks xmlns:a="http://schemas.openxmlformats.org/drawingml/2006/main" noGrp="1"/>
          </p:cNvSpPr>
          <p:nvPr/>
        </p:nvSpPr>
        <p:spPr>
          <a:xfrm xmlns:a="http://schemas.openxmlformats.org/drawingml/2006/main">
            <a:off x="647700" y="3524250"/>
            <a:ext cx="95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007F7A"/>
                </a:solidFill>
                <a:latin typeface="Arial"/>
                <a:ea typeface="Arial"/>
                <a:cs typeface="Arial"/>
              </a:defRPr>
            </a:defPPr>
            <a:lvl1pPr>
              <a:defRPr sz="3825" b="1">
                <a:solidFill>
                  <a:srgbClr val="007F7A"/>
                </a:solidFill>
                <a:latin typeface="Arial"/>
                <a:ea typeface="Arial"/>
                <a:cs typeface="Arial"/>
              </a:defRPr>
            </a:lvl1pPr>
            <a:lvl2pPr>
              <a:defRPr sz="3825" b="1">
                <a:solidFill>
                  <a:srgbClr val="007F7A"/>
                </a:solidFill>
                <a:latin typeface="Arial"/>
                <a:ea typeface="Arial"/>
                <a:cs typeface="Arial"/>
              </a:defRPr>
            </a:lvl2pPr>
            <a:lvl3pPr>
              <a:defRPr sz="3825" b="1">
                <a:solidFill>
                  <a:srgbClr val="007F7A"/>
                </a:solidFill>
                <a:latin typeface="Arial"/>
                <a:ea typeface="Arial"/>
                <a:cs typeface="Arial"/>
              </a:defRPr>
            </a:lvl3pPr>
            <a:lvl4pPr>
              <a:defRPr sz="3825" b="1">
                <a:solidFill>
                  <a:srgbClr val="007F7A"/>
                </a:solidFill>
                <a:latin typeface="Arial"/>
                <a:ea typeface="Arial"/>
                <a:cs typeface="Arial"/>
              </a:defRPr>
            </a:lvl4pPr>
            <a:lvl5pPr>
              <a:defRPr sz="3825" b="1">
                <a:solidFill>
                  <a:srgbClr val="007F7A"/>
                </a:solidFill>
                <a:latin typeface="Arial"/>
                <a:ea typeface="Arial"/>
                <a:cs typeface="Arial"/>
              </a:defRPr>
            </a:lvl5pPr>
            <a:lvl6pPr>
              <a:defRPr sz="3825" b="1">
                <a:solidFill>
                  <a:srgbClr val="007F7A"/>
                </a:solidFill>
                <a:latin typeface="Arial"/>
                <a:ea typeface="Arial"/>
                <a:cs typeface="Arial"/>
              </a:defRPr>
            </a:lvl6pPr>
            <a:lvl7pPr>
              <a:defRPr sz="3825" b="1">
                <a:solidFill>
                  <a:srgbClr val="007F7A"/>
                </a:solidFill>
                <a:latin typeface="Arial"/>
                <a:ea typeface="Arial"/>
                <a:cs typeface="Arial"/>
              </a:defRPr>
            </a:lvl7pPr>
            <a:lvl8pPr>
              <a:defRPr sz="3825" b="1">
                <a:solidFill>
                  <a:srgbClr val="007F7A"/>
                </a:solidFill>
                <a:latin typeface="Arial"/>
                <a:ea typeface="Arial"/>
                <a:cs typeface="Arial"/>
              </a:defRPr>
            </a:lvl8pPr>
            <a:lvl9pPr>
              <a:defRPr sz="3825" b="1">
                <a:solidFill>
                  <a:srgbClr val="007F7A"/>
                </a:solidFill>
                <a:latin typeface="Arial"/>
                <a:ea typeface="Arial"/>
                <a:cs typeface="Arial"/>
              </a:defRPr>
            </a:lvl9pPr>
          </a:lstStyle>
          <a:p xmlns:a="http://schemas.openxmlformats.org/drawingml/2006/main">
            <a:pPr>
              <a:defRPr sz="3825" b="1">
                <a:solidFill>
                  <a:srgbClr val="007F7A"/>
                </a:solidFill>
                <a:latin typeface="Arial"/>
                <a:ea typeface="Arial"/>
                <a:cs typeface="Arial"/>
              </a:defRPr>
            </a:pPr>
            <a:r>
              <a:rPr sz="3825" b="1">
                <a:solidFill>
                  <a:srgbClr val="007F7A"/>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09DD5DA2-E8C1-439C-9C8B-3EC225471AC1}"/>
              </a:ext>
            </a:extLst>
          </p:cNvPr>
          <p:cNvSpPr>
            <a:spLocks xmlns:a="http://schemas.openxmlformats.org/drawingml/2006/main" noGrp="1"/>
          </p:cNvSpPr>
          <p:nvPr/>
        </p:nvSpPr>
        <p:spPr>
          <a:xfrm xmlns:a="http://schemas.openxmlformats.org/drawingml/2006/main">
            <a:off x="2047875" y="3524250"/>
            <a:ext cx="885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8364B"/>
                </a:solidFill>
                <a:latin typeface="Arial"/>
                <a:ea typeface="Arial"/>
                <a:cs typeface="Arial"/>
              </a:defRPr>
            </a:defPPr>
            <a:lvl1pPr>
              <a:defRPr sz="2325" b="1">
                <a:solidFill>
                  <a:srgbClr val="18364B"/>
                </a:solidFill>
                <a:latin typeface="Arial"/>
                <a:ea typeface="Arial"/>
                <a:cs typeface="Arial"/>
              </a:defRPr>
            </a:lvl1pPr>
            <a:lvl2pPr>
              <a:defRPr sz="2325" b="1">
                <a:solidFill>
                  <a:srgbClr val="18364B"/>
                </a:solidFill>
                <a:latin typeface="Arial"/>
                <a:ea typeface="Arial"/>
                <a:cs typeface="Arial"/>
              </a:defRPr>
            </a:lvl2pPr>
            <a:lvl3pPr>
              <a:defRPr sz="2325" b="1">
                <a:solidFill>
                  <a:srgbClr val="18364B"/>
                </a:solidFill>
                <a:latin typeface="Arial"/>
                <a:ea typeface="Arial"/>
                <a:cs typeface="Arial"/>
              </a:defRPr>
            </a:lvl3pPr>
            <a:lvl4pPr>
              <a:defRPr sz="2325" b="1">
                <a:solidFill>
                  <a:srgbClr val="18364B"/>
                </a:solidFill>
                <a:latin typeface="Arial"/>
                <a:ea typeface="Arial"/>
                <a:cs typeface="Arial"/>
              </a:defRPr>
            </a:lvl4pPr>
            <a:lvl5pPr>
              <a:defRPr sz="2325" b="1">
                <a:solidFill>
                  <a:srgbClr val="18364B"/>
                </a:solidFill>
                <a:latin typeface="Arial"/>
                <a:ea typeface="Arial"/>
                <a:cs typeface="Arial"/>
              </a:defRPr>
            </a:lvl5pPr>
            <a:lvl6pPr>
              <a:defRPr sz="2325" b="1">
                <a:solidFill>
                  <a:srgbClr val="18364B"/>
                </a:solidFill>
                <a:latin typeface="Arial"/>
                <a:ea typeface="Arial"/>
                <a:cs typeface="Arial"/>
              </a:defRPr>
            </a:lvl6pPr>
            <a:lvl7pPr>
              <a:defRPr sz="2325" b="1">
                <a:solidFill>
                  <a:srgbClr val="18364B"/>
                </a:solidFill>
                <a:latin typeface="Arial"/>
                <a:ea typeface="Arial"/>
                <a:cs typeface="Arial"/>
              </a:defRPr>
            </a:lvl7pPr>
            <a:lvl8pPr>
              <a:defRPr sz="2325" b="1">
                <a:solidFill>
                  <a:srgbClr val="18364B"/>
                </a:solidFill>
                <a:latin typeface="Arial"/>
                <a:ea typeface="Arial"/>
                <a:cs typeface="Arial"/>
              </a:defRPr>
            </a:lvl8pPr>
            <a:lvl9pPr>
              <a:defRPr sz="2325" b="1">
                <a:solidFill>
                  <a:srgbClr val="18364B"/>
                </a:solidFill>
                <a:latin typeface="Arial"/>
                <a:ea typeface="Arial"/>
                <a:cs typeface="Arial"/>
              </a:defRPr>
            </a:lvl9pPr>
          </a:lstStyle>
          <a:p xmlns:a="http://schemas.openxmlformats.org/drawingml/2006/main">
            <a:pPr>
              <a:defRPr sz="2325" b="1">
                <a:solidFill>
                  <a:srgbClr val="18364B"/>
                </a:solidFill>
                <a:latin typeface="Arial"/>
                <a:ea typeface="Arial"/>
                <a:cs typeface="Arial"/>
              </a:defRPr>
            </a:pPr>
            <a:r>
              <a:rPr sz="2325" b="1">
                <a:solidFill>
                  <a:srgbClr val="18364B"/>
                </a:solidFill>
                <a:latin typeface="Arial"/>
                <a:ea typeface="Arial"/>
                <a:cs typeface="Arial"/>
              </a:rPr>
              <a:t>More parallel data</a:t>
            </a:r>
          </a:p>
        </p:txBody>
      </p:sp>
      <p:sp>
        <p:nvSpPr>
          <p:cNvPr id="9" name="">
            <a:extLst xmlns:a="http://schemas.openxmlformats.org/drawingml/2006/main">
              <a:ext uri="{FF2B5EF4-FFF2-40B4-BE49-F238E27FC236}">
                <a16:creationId xmlns:a16="http://schemas.microsoft.com/office/drawing/2014/main" id="{BB4242C4-E7D5-4CE9-8FD1-8E323A094B71}"/>
              </a:ext>
            </a:extLst>
          </p:cNvPr>
          <p:cNvSpPr>
            <a:spLocks xmlns:a="http://schemas.openxmlformats.org/drawingml/2006/main" noGrp="1"/>
          </p:cNvSpPr>
          <p:nvPr/>
        </p:nvSpPr>
        <p:spPr>
          <a:xfrm xmlns:a="http://schemas.openxmlformats.org/drawingml/2006/main">
            <a:off x="2066925" y="4095750"/>
            <a:ext cx="933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64B"/>
                </a:solidFill>
                <a:latin typeface="Arial"/>
                <a:ea typeface="Arial"/>
                <a:cs typeface="Arial"/>
              </a:defRPr>
            </a:defPPr>
            <a:lvl1pPr>
              <a:defRPr sz="1875" b="0">
                <a:solidFill>
                  <a:srgbClr val="18364B"/>
                </a:solidFill>
                <a:latin typeface="Arial"/>
                <a:ea typeface="Arial"/>
                <a:cs typeface="Arial"/>
              </a:defRPr>
            </a:lvl1pPr>
            <a:lvl2pPr>
              <a:defRPr sz="1875" b="0">
                <a:solidFill>
                  <a:srgbClr val="18364B"/>
                </a:solidFill>
                <a:latin typeface="Arial"/>
                <a:ea typeface="Arial"/>
                <a:cs typeface="Arial"/>
              </a:defRPr>
            </a:lvl2pPr>
            <a:lvl3pPr>
              <a:defRPr sz="1875" b="0">
                <a:solidFill>
                  <a:srgbClr val="18364B"/>
                </a:solidFill>
                <a:latin typeface="Arial"/>
                <a:ea typeface="Arial"/>
                <a:cs typeface="Arial"/>
              </a:defRPr>
            </a:lvl3pPr>
            <a:lvl4pPr>
              <a:defRPr sz="1875" b="0">
                <a:solidFill>
                  <a:srgbClr val="18364B"/>
                </a:solidFill>
                <a:latin typeface="Arial"/>
                <a:ea typeface="Arial"/>
                <a:cs typeface="Arial"/>
              </a:defRPr>
            </a:lvl4pPr>
            <a:lvl5pPr>
              <a:defRPr sz="1875" b="0">
                <a:solidFill>
                  <a:srgbClr val="18364B"/>
                </a:solidFill>
                <a:latin typeface="Arial"/>
                <a:ea typeface="Arial"/>
                <a:cs typeface="Arial"/>
              </a:defRPr>
            </a:lvl5pPr>
            <a:lvl6pPr>
              <a:defRPr sz="1875" b="0">
                <a:solidFill>
                  <a:srgbClr val="18364B"/>
                </a:solidFill>
                <a:latin typeface="Arial"/>
                <a:ea typeface="Arial"/>
                <a:cs typeface="Arial"/>
              </a:defRPr>
            </a:lvl6pPr>
            <a:lvl7pPr>
              <a:defRPr sz="1875" b="0">
                <a:solidFill>
                  <a:srgbClr val="18364B"/>
                </a:solidFill>
                <a:latin typeface="Arial"/>
                <a:ea typeface="Arial"/>
                <a:cs typeface="Arial"/>
              </a:defRPr>
            </a:lvl7pPr>
            <a:lvl8pPr>
              <a:defRPr sz="1875" b="0">
                <a:solidFill>
                  <a:srgbClr val="18364B"/>
                </a:solidFill>
                <a:latin typeface="Arial"/>
                <a:ea typeface="Arial"/>
                <a:cs typeface="Arial"/>
              </a:defRPr>
            </a:lvl8pPr>
            <a:lvl9pPr>
              <a:defRPr sz="1875" b="0">
                <a:solidFill>
                  <a:srgbClr val="18364B"/>
                </a:solidFill>
                <a:latin typeface="Arial"/>
                <a:ea typeface="Arial"/>
                <a:cs typeface="Arial"/>
              </a:defRPr>
            </a:lvl9pPr>
          </a:lstStyle>
          <a:p xmlns:a="http://schemas.openxmlformats.org/drawingml/2006/main">
            <a:pPr>
              <a:defRPr sz="1875" b="0">
                <a:solidFill>
                  <a:srgbClr val="18364B"/>
                </a:solidFill>
                <a:latin typeface="Arial"/>
                <a:ea typeface="Arial"/>
                <a:cs typeface="Arial"/>
              </a:defRPr>
            </a:pPr>
            <a:r>
              <a:rPr sz="1875" b="0">
                <a:solidFill>
                  <a:srgbClr val="18364B"/>
                </a:solidFill>
                <a:latin typeface="Arial"/>
                <a:ea typeface="Arial"/>
                <a:cs typeface="Arial"/>
              </a:rPr>
              <a:t>Verify additional pairs and multiple Darija references.</a:t>
            </a:r>
          </a:p>
        </p:txBody>
      </p:sp>
      <p:sp>
        <p:nvSpPr>
          <p:cNvPr id="10" name="">
            <a:extLst xmlns:a="http://schemas.openxmlformats.org/drawingml/2006/main">
              <a:ext uri="{FF2B5EF4-FFF2-40B4-BE49-F238E27FC236}">
                <a16:creationId xmlns:a16="http://schemas.microsoft.com/office/drawing/2014/main" id="{8161070B-DA78-4D80-893B-83DD096CF61A}"/>
              </a:ext>
            </a:extLst>
          </p:cNvPr>
          <p:cNvSpPr>
            <a:spLocks xmlns:a="http://schemas.openxmlformats.org/drawingml/2006/main" noGrp="1"/>
          </p:cNvSpPr>
          <p:nvPr/>
        </p:nvSpPr>
        <p:spPr>
          <a:xfrm xmlns:a="http://schemas.openxmlformats.org/drawingml/2006/main">
            <a:off x="647700" y="4762500"/>
            <a:ext cx="952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825" b="1">
                <a:solidFill>
                  <a:srgbClr val="007F7A"/>
                </a:solidFill>
                <a:latin typeface="Arial"/>
                <a:ea typeface="Arial"/>
                <a:cs typeface="Arial"/>
              </a:defRPr>
            </a:defPPr>
            <a:lvl1pPr>
              <a:defRPr sz="3825" b="1">
                <a:solidFill>
                  <a:srgbClr val="007F7A"/>
                </a:solidFill>
                <a:latin typeface="Arial"/>
                <a:ea typeface="Arial"/>
                <a:cs typeface="Arial"/>
              </a:defRPr>
            </a:lvl1pPr>
            <a:lvl2pPr>
              <a:defRPr sz="3825" b="1">
                <a:solidFill>
                  <a:srgbClr val="007F7A"/>
                </a:solidFill>
                <a:latin typeface="Arial"/>
                <a:ea typeface="Arial"/>
                <a:cs typeface="Arial"/>
              </a:defRPr>
            </a:lvl2pPr>
            <a:lvl3pPr>
              <a:defRPr sz="3825" b="1">
                <a:solidFill>
                  <a:srgbClr val="007F7A"/>
                </a:solidFill>
                <a:latin typeface="Arial"/>
                <a:ea typeface="Arial"/>
                <a:cs typeface="Arial"/>
              </a:defRPr>
            </a:lvl3pPr>
            <a:lvl4pPr>
              <a:defRPr sz="3825" b="1">
                <a:solidFill>
                  <a:srgbClr val="007F7A"/>
                </a:solidFill>
                <a:latin typeface="Arial"/>
                <a:ea typeface="Arial"/>
                <a:cs typeface="Arial"/>
              </a:defRPr>
            </a:lvl4pPr>
            <a:lvl5pPr>
              <a:defRPr sz="3825" b="1">
                <a:solidFill>
                  <a:srgbClr val="007F7A"/>
                </a:solidFill>
                <a:latin typeface="Arial"/>
                <a:ea typeface="Arial"/>
                <a:cs typeface="Arial"/>
              </a:defRPr>
            </a:lvl5pPr>
            <a:lvl6pPr>
              <a:defRPr sz="3825" b="1">
                <a:solidFill>
                  <a:srgbClr val="007F7A"/>
                </a:solidFill>
                <a:latin typeface="Arial"/>
                <a:ea typeface="Arial"/>
                <a:cs typeface="Arial"/>
              </a:defRPr>
            </a:lvl6pPr>
            <a:lvl7pPr>
              <a:defRPr sz="3825" b="1">
                <a:solidFill>
                  <a:srgbClr val="007F7A"/>
                </a:solidFill>
                <a:latin typeface="Arial"/>
                <a:ea typeface="Arial"/>
                <a:cs typeface="Arial"/>
              </a:defRPr>
            </a:lvl7pPr>
            <a:lvl8pPr>
              <a:defRPr sz="3825" b="1">
                <a:solidFill>
                  <a:srgbClr val="007F7A"/>
                </a:solidFill>
                <a:latin typeface="Arial"/>
                <a:ea typeface="Arial"/>
                <a:cs typeface="Arial"/>
              </a:defRPr>
            </a:lvl8pPr>
            <a:lvl9pPr>
              <a:defRPr sz="3825" b="1">
                <a:solidFill>
                  <a:srgbClr val="007F7A"/>
                </a:solidFill>
                <a:latin typeface="Arial"/>
                <a:ea typeface="Arial"/>
                <a:cs typeface="Arial"/>
              </a:defRPr>
            </a:lvl9pPr>
          </a:lstStyle>
          <a:p xmlns:a="http://schemas.openxmlformats.org/drawingml/2006/main">
            <a:pPr>
              <a:defRPr sz="3825" b="1">
                <a:solidFill>
                  <a:srgbClr val="007F7A"/>
                </a:solidFill>
                <a:latin typeface="Arial"/>
                <a:ea typeface="Arial"/>
                <a:cs typeface="Arial"/>
              </a:defRPr>
            </a:pPr>
            <a:r>
              <a:rPr sz="3825" b="1">
                <a:solidFill>
                  <a:srgbClr val="007F7A"/>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B825C2CD-8194-49FA-835B-08DD1EDA1262}"/>
              </a:ext>
            </a:extLst>
          </p:cNvPr>
          <p:cNvSpPr>
            <a:spLocks xmlns:a="http://schemas.openxmlformats.org/drawingml/2006/main" noGrp="1"/>
          </p:cNvSpPr>
          <p:nvPr/>
        </p:nvSpPr>
        <p:spPr>
          <a:xfrm xmlns:a="http://schemas.openxmlformats.org/drawingml/2006/main">
            <a:off x="2047875" y="4762500"/>
            <a:ext cx="885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8364B"/>
                </a:solidFill>
                <a:latin typeface="Arial"/>
                <a:ea typeface="Arial"/>
                <a:cs typeface="Arial"/>
              </a:defRPr>
            </a:defPPr>
            <a:lvl1pPr>
              <a:defRPr sz="2325" b="1">
                <a:solidFill>
                  <a:srgbClr val="18364B"/>
                </a:solidFill>
                <a:latin typeface="Arial"/>
                <a:ea typeface="Arial"/>
                <a:cs typeface="Arial"/>
              </a:defRPr>
            </a:lvl1pPr>
            <a:lvl2pPr>
              <a:defRPr sz="2325" b="1">
                <a:solidFill>
                  <a:srgbClr val="18364B"/>
                </a:solidFill>
                <a:latin typeface="Arial"/>
                <a:ea typeface="Arial"/>
                <a:cs typeface="Arial"/>
              </a:defRPr>
            </a:lvl2pPr>
            <a:lvl3pPr>
              <a:defRPr sz="2325" b="1">
                <a:solidFill>
                  <a:srgbClr val="18364B"/>
                </a:solidFill>
                <a:latin typeface="Arial"/>
                <a:ea typeface="Arial"/>
                <a:cs typeface="Arial"/>
              </a:defRPr>
            </a:lvl3pPr>
            <a:lvl4pPr>
              <a:defRPr sz="2325" b="1">
                <a:solidFill>
                  <a:srgbClr val="18364B"/>
                </a:solidFill>
                <a:latin typeface="Arial"/>
                <a:ea typeface="Arial"/>
                <a:cs typeface="Arial"/>
              </a:defRPr>
            </a:lvl4pPr>
            <a:lvl5pPr>
              <a:defRPr sz="2325" b="1">
                <a:solidFill>
                  <a:srgbClr val="18364B"/>
                </a:solidFill>
                <a:latin typeface="Arial"/>
                <a:ea typeface="Arial"/>
                <a:cs typeface="Arial"/>
              </a:defRPr>
            </a:lvl5pPr>
            <a:lvl6pPr>
              <a:defRPr sz="2325" b="1">
                <a:solidFill>
                  <a:srgbClr val="18364B"/>
                </a:solidFill>
                <a:latin typeface="Arial"/>
                <a:ea typeface="Arial"/>
                <a:cs typeface="Arial"/>
              </a:defRPr>
            </a:lvl6pPr>
            <a:lvl7pPr>
              <a:defRPr sz="2325" b="1">
                <a:solidFill>
                  <a:srgbClr val="18364B"/>
                </a:solidFill>
                <a:latin typeface="Arial"/>
                <a:ea typeface="Arial"/>
                <a:cs typeface="Arial"/>
              </a:defRPr>
            </a:lvl7pPr>
            <a:lvl8pPr>
              <a:defRPr sz="2325" b="1">
                <a:solidFill>
                  <a:srgbClr val="18364B"/>
                </a:solidFill>
                <a:latin typeface="Arial"/>
                <a:ea typeface="Arial"/>
                <a:cs typeface="Arial"/>
              </a:defRPr>
            </a:lvl8pPr>
            <a:lvl9pPr>
              <a:defRPr sz="2325" b="1">
                <a:solidFill>
                  <a:srgbClr val="18364B"/>
                </a:solidFill>
                <a:latin typeface="Arial"/>
                <a:ea typeface="Arial"/>
                <a:cs typeface="Arial"/>
              </a:defRPr>
            </a:lvl9pPr>
          </a:lstStyle>
          <a:p xmlns:a="http://schemas.openxmlformats.org/drawingml/2006/main">
            <a:pPr>
              <a:defRPr sz="2325" b="1">
                <a:solidFill>
                  <a:srgbClr val="18364B"/>
                </a:solidFill>
                <a:latin typeface="Arial"/>
                <a:ea typeface="Arial"/>
                <a:cs typeface="Arial"/>
              </a:defRPr>
            </a:pPr>
            <a:r>
              <a:rPr sz="2325" b="1">
                <a:solidFill>
                  <a:srgbClr val="18364B"/>
                </a:solidFill>
                <a:latin typeface="Arial"/>
                <a:ea typeface="Arial"/>
                <a:cs typeface="Arial"/>
              </a:rPr>
              <a:t>Better decoding</a:t>
            </a:r>
          </a:p>
        </p:txBody>
      </p:sp>
      <p:sp>
        <p:nvSpPr>
          <p:cNvPr id="12" name="">
            <a:extLst xmlns:a="http://schemas.openxmlformats.org/drawingml/2006/main">
              <a:ext uri="{FF2B5EF4-FFF2-40B4-BE49-F238E27FC236}">
                <a16:creationId xmlns:a16="http://schemas.microsoft.com/office/drawing/2014/main" id="{AA32BD9C-D073-4DE8-AB46-ED9C536D63D5}"/>
              </a:ext>
            </a:extLst>
          </p:cNvPr>
          <p:cNvSpPr>
            <a:spLocks xmlns:a="http://schemas.openxmlformats.org/drawingml/2006/main" noGrp="1"/>
          </p:cNvSpPr>
          <p:nvPr/>
        </p:nvSpPr>
        <p:spPr>
          <a:xfrm xmlns:a="http://schemas.openxmlformats.org/drawingml/2006/main">
            <a:off x="2066925" y="5334000"/>
            <a:ext cx="9334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8364B"/>
                </a:solidFill>
                <a:latin typeface="Arial"/>
                <a:ea typeface="Arial"/>
                <a:cs typeface="Arial"/>
              </a:defRPr>
            </a:defPPr>
            <a:lvl1pPr>
              <a:defRPr sz="1875" b="0">
                <a:solidFill>
                  <a:srgbClr val="18364B"/>
                </a:solidFill>
                <a:latin typeface="Arial"/>
                <a:ea typeface="Arial"/>
                <a:cs typeface="Arial"/>
              </a:defRPr>
            </a:lvl1pPr>
            <a:lvl2pPr>
              <a:defRPr sz="1875" b="0">
                <a:solidFill>
                  <a:srgbClr val="18364B"/>
                </a:solidFill>
                <a:latin typeface="Arial"/>
                <a:ea typeface="Arial"/>
                <a:cs typeface="Arial"/>
              </a:defRPr>
            </a:lvl2pPr>
            <a:lvl3pPr>
              <a:defRPr sz="1875" b="0">
                <a:solidFill>
                  <a:srgbClr val="18364B"/>
                </a:solidFill>
                <a:latin typeface="Arial"/>
                <a:ea typeface="Arial"/>
                <a:cs typeface="Arial"/>
              </a:defRPr>
            </a:lvl3pPr>
            <a:lvl4pPr>
              <a:defRPr sz="1875" b="0">
                <a:solidFill>
                  <a:srgbClr val="18364B"/>
                </a:solidFill>
                <a:latin typeface="Arial"/>
                <a:ea typeface="Arial"/>
                <a:cs typeface="Arial"/>
              </a:defRPr>
            </a:lvl4pPr>
            <a:lvl5pPr>
              <a:defRPr sz="1875" b="0">
                <a:solidFill>
                  <a:srgbClr val="18364B"/>
                </a:solidFill>
                <a:latin typeface="Arial"/>
                <a:ea typeface="Arial"/>
                <a:cs typeface="Arial"/>
              </a:defRPr>
            </a:lvl5pPr>
            <a:lvl6pPr>
              <a:defRPr sz="1875" b="0">
                <a:solidFill>
                  <a:srgbClr val="18364B"/>
                </a:solidFill>
                <a:latin typeface="Arial"/>
                <a:ea typeface="Arial"/>
                <a:cs typeface="Arial"/>
              </a:defRPr>
            </a:lvl6pPr>
            <a:lvl7pPr>
              <a:defRPr sz="1875" b="0">
                <a:solidFill>
                  <a:srgbClr val="18364B"/>
                </a:solidFill>
                <a:latin typeface="Arial"/>
                <a:ea typeface="Arial"/>
                <a:cs typeface="Arial"/>
              </a:defRPr>
            </a:lvl7pPr>
            <a:lvl8pPr>
              <a:defRPr sz="1875" b="0">
                <a:solidFill>
                  <a:srgbClr val="18364B"/>
                </a:solidFill>
                <a:latin typeface="Arial"/>
                <a:ea typeface="Arial"/>
                <a:cs typeface="Arial"/>
              </a:defRPr>
            </a:lvl8pPr>
            <a:lvl9pPr>
              <a:defRPr sz="1875" b="0">
                <a:solidFill>
                  <a:srgbClr val="18364B"/>
                </a:solidFill>
                <a:latin typeface="Arial"/>
                <a:ea typeface="Arial"/>
                <a:cs typeface="Arial"/>
              </a:defRPr>
            </a:lvl9pPr>
          </a:lstStyle>
          <a:p xmlns:a="http://schemas.openxmlformats.org/drawingml/2006/main">
            <a:pPr>
              <a:defRPr sz="1875" b="0">
                <a:solidFill>
                  <a:srgbClr val="18364B"/>
                </a:solidFill>
                <a:latin typeface="Arial"/>
                <a:ea typeface="Arial"/>
                <a:cs typeface="Arial"/>
              </a:defRPr>
            </a:pPr>
            <a:r>
              <a:rPr sz="1875" b="0">
                <a:solidFill>
                  <a:srgbClr val="18364B"/>
                </a:solidFill>
                <a:latin typeface="Arial"/>
                <a:ea typeface="Arial"/>
                <a:cs typeface="Arial"/>
              </a:rPr>
              <a:t>Compare BPE sizes, beam search and teacher forcing.</a:t>
            </a:r>
          </a:p>
        </p:txBody>
      </p:sp>
    </p:spTree>
    <p:extLst>
      <p:ext uri="{BB962C8B-B14F-4D97-AF65-F5344CB8AC3E}">
        <p14:creationId xmlns:p14="http://schemas.microsoft.com/office/powerpoint/2010/main" val="70197991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2026-10-22T15:18:56.3470000Z</dcterms:created>
  <dcterms:modified xsi:type="dcterms:W3CDTF">2026-10-22T15:18:56.3470000Z</dcterms:modified>
</coreProperties>
</file>